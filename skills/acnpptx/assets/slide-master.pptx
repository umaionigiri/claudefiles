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  <p:sldMasterId id="2147483695" r:id="rId5"/>
  </p:sldMasterIdLst>
  <p:notesMasterIdLst>
    <p:notesMasterId r:id="rId10"/>
  </p:notesMasterIdLst>
  <p:sldIdLst>
    <p:sldId id="2147468582" r:id="rId6"/>
    <p:sldId id="2147480810" r:id="rId7"/>
    <p:sldId id="2147480845" r:id="rId8"/>
    <p:sldId id="2147480847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編" id="{42C7F97F-028C-4A35-8D9B-BE7567B3F36E}">
          <p14:sldIdLst>
            <p14:sldId id="2147468582"/>
            <p14:sldId id="2147480810"/>
            <p14:sldId id="2147480845"/>
            <p14:sldId id="21474808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F93B1-801C-F3DE-B018-C1C68DF99292}" v="1" dt="2024-12-17T00:25:01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ue, Hirokazu" userId="bcb1defd-79e2-4d6b-a44b-4283784fbb58" providerId="ADAL" clId="{C54A77B5-2192-4A57-B348-4CFC59018533}"/>
    <pc:docChg chg="undo custSel addSld modSld sldOrd">
      <pc:chgData name="Inoue, Hirokazu" userId="bcb1defd-79e2-4d6b-a44b-4283784fbb58" providerId="ADAL" clId="{C54A77B5-2192-4A57-B348-4CFC59018533}" dt="2024-06-19T01:00:47.530" v="1819" actId="20577"/>
      <pc:docMkLst>
        <pc:docMk/>
      </pc:docMkLst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380780641" sldId="2147480792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530669204" sldId="2147480794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876441418" sldId="2147480795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516064869" sldId="2147480796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309547912" sldId="2147480797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040805338" sldId="2147480798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831026738" sldId="2147480799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451936986" sldId="2147480803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113185304" sldId="2147480804"/>
        </pc:sldMkLst>
      </pc:sldChg>
      <pc:sldChg chg="modSp mod ord">
        <pc:chgData name="Inoue, Hirokazu" userId="bcb1defd-79e2-4d6b-a44b-4283784fbb58" providerId="ADAL" clId="{C54A77B5-2192-4A57-B348-4CFC59018533}" dt="2024-06-19T00:46:59.302" v="381" actId="14100"/>
        <pc:sldMkLst>
          <pc:docMk/>
          <pc:sldMk cId="1771412347" sldId="2147480805"/>
        </pc:sldMkLst>
        <pc:spChg chg="mod">
          <ac:chgData name="Inoue, Hirokazu" userId="bcb1defd-79e2-4d6b-a44b-4283784fbb58" providerId="ADAL" clId="{C54A77B5-2192-4A57-B348-4CFC59018533}" dt="2024-06-19T00:46:59.302" v="381" actId="14100"/>
          <ac:spMkLst>
            <pc:docMk/>
            <pc:sldMk cId="1771412347" sldId="2147480805"/>
            <ac:spMk id="158" creationId="{C14223D6-06D2-9FAE-2B61-E3B943BB4DBF}"/>
          </ac:spMkLst>
        </pc:spChg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640196775" sldId="2147480807"/>
        </pc:sldMkLst>
      </pc:sldChg>
      <pc:sldChg chg="addSp delSp modSp add mod">
        <pc:chgData name="Inoue, Hirokazu" userId="bcb1defd-79e2-4d6b-a44b-4283784fbb58" providerId="ADAL" clId="{C54A77B5-2192-4A57-B348-4CFC59018533}" dt="2024-06-19T01:00:47.530" v="1819" actId="20577"/>
        <pc:sldMkLst>
          <pc:docMk/>
          <pc:sldMk cId="62534915" sldId="2147480808"/>
        </pc:sldMkLst>
        <pc:spChg chg="add mod">
          <ac:chgData name="Inoue, Hirokazu" userId="bcb1defd-79e2-4d6b-a44b-4283784fbb58" providerId="ADAL" clId="{C54A77B5-2192-4A57-B348-4CFC59018533}" dt="2024-06-19T00:52:15.204" v="803" actId="2711"/>
          <ac:spMkLst>
            <pc:docMk/>
            <pc:sldMk cId="62534915" sldId="2147480808"/>
            <ac:spMk id="3" creationId="{EBC57256-71A4-4294-9ADE-9CA1CF2F7051}"/>
          </ac:spMkLst>
        </pc:spChg>
        <pc:spChg chg="mod">
          <ac:chgData name="Inoue, Hirokazu" userId="bcb1defd-79e2-4d6b-a44b-4283784fbb58" providerId="ADAL" clId="{C54A77B5-2192-4A57-B348-4CFC59018533}" dt="2024-06-19T00:45:05.492" v="56" actId="207"/>
          <ac:spMkLst>
            <pc:docMk/>
            <pc:sldMk cId="62534915" sldId="2147480808"/>
            <ac:spMk id="4" creationId="{00A5FE04-EC3A-89E5-9EA0-6E07FBF47F13}"/>
          </ac:spMkLst>
        </pc:spChg>
        <pc:spChg chg="add mod">
          <ac:chgData name="Inoue, Hirokazu" userId="bcb1defd-79e2-4d6b-a44b-4283784fbb58" providerId="ADAL" clId="{C54A77B5-2192-4A57-B348-4CFC59018533}" dt="2024-06-19T00:52:30.337" v="847" actId="14100"/>
          <ac:spMkLst>
            <pc:docMk/>
            <pc:sldMk cId="62534915" sldId="2147480808"/>
            <ac:spMk id="7" creationId="{43C5A0CD-7E0E-F84E-308B-4A65912CBA06}"/>
          </ac:spMkLst>
        </pc:spChg>
        <pc:spChg chg="add mod">
          <ac:chgData name="Inoue, Hirokazu" userId="bcb1defd-79e2-4d6b-a44b-4283784fbb58" providerId="ADAL" clId="{C54A77B5-2192-4A57-B348-4CFC59018533}" dt="2024-06-19T00:54:18.541" v="1059" actId="1036"/>
          <ac:spMkLst>
            <pc:docMk/>
            <pc:sldMk cId="62534915" sldId="2147480808"/>
            <ac:spMk id="8" creationId="{C19B1E01-5CBA-198B-08F1-AE6FFC6A94BC}"/>
          </ac:spMkLst>
        </pc:spChg>
        <pc:spChg chg="add mod">
          <ac:chgData name="Inoue, Hirokazu" userId="bcb1defd-79e2-4d6b-a44b-4283784fbb58" providerId="ADAL" clId="{C54A77B5-2192-4A57-B348-4CFC59018533}" dt="2024-06-19T00:55:03.213" v="1126" actId="1036"/>
          <ac:spMkLst>
            <pc:docMk/>
            <pc:sldMk cId="62534915" sldId="2147480808"/>
            <ac:spMk id="19" creationId="{484A5D22-8309-4C70-DC88-F07F14D2BF5E}"/>
          </ac:spMkLst>
        </pc:spChg>
        <pc:spChg chg="add mod">
          <ac:chgData name="Inoue, Hirokazu" userId="bcb1defd-79e2-4d6b-a44b-4283784fbb58" providerId="ADAL" clId="{C54A77B5-2192-4A57-B348-4CFC59018533}" dt="2024-06-19T00:59:32.085" v="1615" actId="1036"/>
          <ac:spMkLst>
            <pc:docMk/>
            <pc:sldMk cId="62534915" sldId="2147480808"/>
            <ac:spMk id="20" creationId="{558EDC05-B348-7199-9BD9-A48AA007337A}"/>
          </ac:spMkLst>
        </pc:spChg>
        <pc:spChg chg="add mod">
          <ac:chgData name="Inoue, Hirokazu" userId="bcb1defd-79e2-4d6b-a44b-4283784fbb58" providerId="ADAL" clId="{C54A77B5-2192-4A57-B348-4CFC59018533}" dt="2024-06-19T01:00:47.530" v="1819" actId="20577"/>
          <ac:spMkLst>
            <pc:docMk/>
            <pc:sldMk cId="62534915" sldId="2147480808"/>
            <ac:spMk id="21" creationId="{5FEA7EEF-2C91-6084-3DBD-34D998BABAF2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4" creationId="{0DD72C48-13F8-4007-A038-2942C8D93021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5" creationId="{F048DFA5-56C7-5C67-13DB-D1C8683B28F9}"/>
          </ac:spMkLst>
        </pc:spChg>
        <pc:spChg chg="del mod">
          <ac:chgData name="Inoue, Hirokazu" userId="bcb1defd-79e2-4d6b-a44b-4283784fbb58" providerId="ADAL" clId="{C54A77B5-2192-4A57-B348-4CFC59018533}" dt="2024-06-19T00:46:08.255" v="377" actId="478"/>
          <ac:spMkLst>
            <pc:docMk/>
            <pc:sldMk cId="62534915" sldId="2147480808"/>
            <ac:spMk id="158" creationId="{C14223D6-06D2-9FAE-2B61-E3B943BB4DBF}"/>
          </ac:spMkLst>
        </pc:spChg>
      </pc:sldChg>
    </pc:docChg>
  </pc:docChgLst>
  <pc:docChgLst>
    <pc:chgData name="Takeuchi, Koichiro" userId="b3848a05-443b-4434-8fa5-7398ca0c03c9" providerId="ADAL" clId="{F5CD9E7B-56DC-4DDF-BDE8-9BA2668EE47B}"/>
    <pc:docChg chg="undo custSel modSld">
      <pc:chgData name="Takeuchi, Koichiro" userId="b3848a05-443b-4434-8fa5-7398ca0c03c9" providerId="ADAL" clId="{F5CD9E7B-56DC-4DDF-BDE8-9BA2668EE47B}" dt="2024-03-15T02:26:07.154" v="4" actId="165"/>
      <pc:docMkLst>
        <pc:docMk/>
      </pc:docMkLst>
      <pc:sldChg chg="modSp mod">
        <pc:chgData name="Takeuchi, Koichiro" userId="b3848a05-443b-4434-8fa5-7398ca0c03c9" providerId="ADAL" clId="{F5CD9E7B-56DC-4DDF-BDE8-9BA2668EE47B}" dt="2024-02-13T00:34:58.660" v="1" actId="20577"/>
        <pc:sldMkLst>
          <pc:docMk/>
          <pc:sldMk cId="1817067240" sldId="2147468619"/>
        </pc:sldMkLst>
        <pc:spChg chg="mod">
          <ac:chgData name="Takeuchi, Koichiro" userId="b3848a05-443b-4434-8fa5-7398ca0c03c9" providerId="ADAL" clId="{F5CD9E7B-56DC-4DDF-BDE8-9BA2668EE47B}" dt="2024-02-13T00:34:58.660" v="1" actId="20577"/>
          <ac:spMkLst>
            <pc:docMk/>
            <pc:sldMk cId="1817067240" sldId="2147468619"/>
            <ac:spMk id="52" creationId="{8DE0A645-F157-4DBA-6547-C74166ADF4D2}"/>
          </ac:spMkLst>
        </pc:spChg>
      </pc:sldChg>
      <pc:sldChg chg="delSp modSp mod">
        <pc:chgData name="Takeuchi, Koichiro" userId="b3848a05-443b-4434-8fa5-7398ca0c03c9" providerId="ADAL" clId="{F5CD9E7B-56DC-4DDF-BDE8-9BA2668EE47B}" dt="2024-03-15T02:26:07.154" v="4" actId="165"/>
        <pc:sldMkLst>
          <pc:docMk/>
          <pc:sldMk cId="3848778652" sldId="2147468630"/>
        </pc:sldMkLst>
        <pc:spChg chg="mod">
          <ac:chgData name="Takeuchi, Koichiro" userId="b3848a05-443b-4434-8fa5-7398ca0c03c9" providerId="ADAL" clId="{F5CD9E7B-56DC-4DDF-BDE8-9BA2668EE47B}" dt="2024-03-15T02:26:04.230" v="3" actId="1076"/>
          <ac:spMkLst>
            <pc:docMk/>
            <pc:sldMk cId="3848778652" sldId="2147468630"/>
            <ac:spMk id="29" creationId="{09AD2885-6E4D-AB44-2171-DBDBCD38672D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2" creationId="{A2BEE0EB-DC5A-68C7-1B76-FEDFD70EFA96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4" creationId="{F6113714-305C-854E-DCDC-F80A2CECC84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5" creationId="{408DD777-EC59-F3CE-F4D2-C88190535BE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8" creationId="{562A4F25-AFB4-D6FA-46DF-D821FFAADFA9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0" creationId="{2AEE5B67-7F7F-9FFE-2270-2E9CFA1D2C3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2" creationId="{F33DFBCF-E6AB-D336-14F3-4A2A55DB435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5" creationId="{6FC4EC5E-3B7B-D641-C367-2FD355DB32A6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6" creationId="{088CA8FA-82EF-E1C4-2434-5563A38DC194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7" creationId="{D4277D0E-4995-D95E-E639-9E773CFFD38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8" creationId="{910ADB63-B7F8-4135-F726-5C9EAD3B741C}"/>
          </ac:spMkLst>
        </pc:spChg>
        <pc:grpChg chg="de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1" creationId="{53D9FFCA-3223-07EE-ED22-E1AF99D62163}"/>
          </ac:grpSpMkLst>
        </pc:grpChg>
        <pc:grpChg chg="mod topLv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7" creationId="{ED4E2048-997F-8D85-E8EA-1F3EAB07E133}"/>
          </ac:grpSpMkLst>
        </pc:grp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3" creationId="{8A64ABB5-9A25-B171-10AC-8F6EC7993E54}"/>
          </ac:picMkLst>
        </pc:pic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4" creationId="{3DC5AD00-53BE-D5C7-BB68-6F34BBEC84C1}"/>
          </ac:picMkLst>
        </pc:pic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3" creationId="{853C4172-CE7A-C436-99EC-DD3EDFEB9B7E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6" creationId="{4100554C-6B74-7E87-DBC7-EA442FEB3786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9" creationId="{24A4F304-DE56-014C-8AE3-4BDA126A90A9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41" creationId="{8163051C-ABC4-C9D6-3B1F-CA87B464EF29}"/>
          </ac:cxnSpMkLst>
        </pc:cxnChg>
      </pc:sldChg>
    </pc:docChg>
  </pc:docChgLst>
  <pc:docChgLst>
    <pc:chgData name="Takeuchi, Koichiro" userId="b3848a05-443b-4434-8fa5-7398ca0c03c9" providerId="ADAL" clId="{64811EEB-FECD-4BDF-BE98-5183312C1DA3}"/>
    <pc:docChg chg="undo custSel addSld delSld modSld sldOrd modSection">
      <pc:chgData name="Takeuchi, Koichiro" userId="b3848a05-443b-4434-8fa5-7398ca0c03c9" providerId="ADAL" clId="{64811EEB-FECD-4BDF-BE98-5183312C1DA3}" dt="2024-06-19T04:48:26.381" v="5379" actId="14100"/>
      <pc:docMkLst>
        <pc:docMk/>
      </pc:docMkLst>
      <pc:sldChg chg="modSp add del mod">
        <pc:chgData name="Takeuchi, Koichiro" userId="b3848a05-443b-4434-8fa5-7398ca0c03c9" providerId="ADAL" clId="{64811EEB-FECD-4BDF-BE98-5183312C1DA3}" dt="2024-06-19T01:16:44.899" v="100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64811EEB-FECD-4BDF-BE98-5183312C1DA3}" dt="2024-06-19T01:16:44.899" v="1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64811EEB-FECD-4BDF-BE98-5183312C1DA3}" dt="2024-06-19T03:55:39.246" v="4825" actId="47"/>
        <pc:sldMkLst>
          <pc:docMk/>
          <pc:sldMk cId="3380780641" sldId="2147480792"/>
        </pc:sldMkLst>
      </pc:sldChg>
      <pc:sldChg chg="del">
        <pc:chgData name="Takeuchi, Koichiro" userId="b3848a05-443b-4434-8fa5-7398ca0c03c9" providerId="ADAL" clId="{64811EEB-FECD-4BDF-BE98-5183312C1DA3}" dt="2024-06-19T03:55:40.025" v="4826" actId="47"/>
        <pc:sldMkLst>
          <pc:docMk/>
          <pc:sldMk cId="3530669204" sldId="2147480794"/>
        </pc:sldMkLst>
      </pc:sldChg>
      <pc:sldChg chg="del">
        <pc:chgData name="Takeuchi, Koichiro" userId="b3848a05-443b-4434-8fa5-7398ca0c03c9" providerId="ADAL" clId="{64811EEB-FECD-4BDF-BE98-5183312C1DA3}" dt="2024-06-19T03:55:47.957" v="4830" actId="47"/>
        <pc:sldMkLst>
          <pc:docMk/>
          <pc:sldMk cId="1309547912" sldId="2147480797"/>
        </pc:sldMkLst>
      </pc:sldChg>
      <pc:sldChg chg="del">
        <pc:chgData name="Takeuchi, Koichiro" userId="b3848a05-443b-4434-8fa5-7398ca0c03c9" providerId="ADAL" clId="{64811EEB-FECD-4BDF-BE98-5183312C1DA3}" dt="2024-06-19T03:55:47.515" v="4829" actId="47"/>
        <pc:sldMkLst>
          <pc:docMk/>
          <pc:sldMk cId="1040805338" sldId="2147480798"/>
        </pc:sldMkLst>
      </pc:sldChg>
      <pc:sldChg chg="del">
        <pc:chgData name="Takeuchi, Koichiro" userId="b3848a05-443b-4434-8fa5-7398ca0c03c9" providerId="ADAL" clId="{64811EEB-FECD-4BDF-BE98-5183312C1DA3}" dt="2024-06-19T03:55:47.032" v="4828" actId="47"/>
        <pc:sldMkLst>
          <pc:docMk/>
          <pc:sldMk cId="831026738" sldId="2147480799"/>
        </pc:sldMkLst>
      </pc:sldChg>
      <pc:sldChg chg="del">
        <pc:chgData name="Takeuchi, Koichiro" userId="b3848a05-443b-4434-8fa5-7398ca0c03c9" providerId="ADAL" clId="{64811EEB-FECD-4BDF-BE98-5183312C1DA3}" dt="2024-06-19T03:55:49.274" v="4832" actId="47"/>
        <pc:sldMkLst>
          <pc:docMk/>
          <pc:sldMk cId="2451936986" sldId="2147480803"/>
        </pc:sldMkLst>
      </pc:sldChg>
      <pc:sldChg chg="del">
        <pc:chgData name="Takeuchi, Koichiro" userId="b3848a05-443b-4434-8fa5-7398ca0c03c9" providerId="ADAL" clId="{64811EEB-FECD-4BDF-BE98-5183312C1DA3}" dt="2024-06-19T03:55:48.720" v="4831" actId="47"/>
        <pc:sldMkLst>
          <pc:docMk/>
          <pc:sldMk cId="2113185304" sldId="2147480804"/>
        </pc:sldMkLst>
      </pc:sldChg>
      <pc:sldChg chg="addSp modSp mod">
        <pc:chgData name="Takeuchi, Koichiro" userId="b3848a05-443b-4434-8fa5-7398ca0c03c9" providerId="ADAL" clId="{64811EEB-FECD-4BDF-BE98-5183312C1DA3}" dt="2024-06-19T04:48:26.381" v="5379" actId="14100"/>
        <pc:sldMkLst>
          <pc:docMk/>
          <pc:sldMk cId="1771412347" sldId="2147480805"/>
        </pc:sldMkLst>
        <pc:spChg chg="mod">
          <ac:chgData name="Takeuchi, Koichiro" userId="b3848a05-443b-4434-8fa5-7398ca0c03c9" providerId="ADAL" clId="{64811EEB-FECD-4BDF-BE98-5183312C1DA3}" dt="2024-06-19T04:31:28.011" v="4928" actId="20577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64811EEB-FECD-4BDF-BE98-5183312C1DA3}" dt="2024-06-19T04:30:25.971" v="4896" actId="1076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64811EEB-FECD-4BDF-BE98-5183312C1DA3}" dt="2024-06-19T04:48:26.381" v="5379" actId="14100"/>
          <ac:spMkLst>
            <pc:docMk/>
            <pc:sldMk cId="1771412347" sldId="2147480805"/>
            <ac:spMk id="158" creationId="{C14223D6-06D2-9FAE-2B61-E3B943BB4DBF}"/>
          </ac:spMkLst>
        </pc:spChg>
        <pc:picChg chg="add mod">
          <ac:chgData name="Takeuchi, Koichiro" userId="b3848a05-443b-4434-8fa5-7398ca0c03c9" providerId="ADAL" clId="{64811EEB-FECD-4BDF-BE98-5183312C1DA3}" dt="2024-06-19T04:22:13.318" v="4895" actId="1076"/>
          <ac:picMkLst>
            <pc:docMk/>
            <pc:sldMk cId="1771412347" sldId="2147480805"/>
            <ac:picMk id="7" creationId="{F6D8238A-B17E-2990-3230-9137799843F7}"/>
          </ac:picMkLst>
        </pc:picChg>
      </pc:sldChg>
      <pc:sldChg chg="modSp mod">
        <pc:chgData name="Takeuchi, Koichiro" userId="b3848a05-443b-4434-8fa5-7398ca0c03c9" providerId="ADAL" clId="{64811EEB-FECD-4BDF-BE98-5183312C1DA3}" dt="2024-06-19T04:39:24.838" v="5131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64811EEB-FECD-4BDF-BE98-5183312C1DA3}" dt="2024-06-19T04:39:24.838" v="5131" actId="20577"/>
          <ac:spMkLst>
            <pc:docMk/>
            <pc:sldMk cId="3640196775" sldId="2147480807"/>
            <ac:spMk id="158" creationId="{C14223D6-06D2-9FAE-2B61-E3B943BB4DBF}"/>
          </ac:spMkLst>
        </pc:spChg>
      </pc:sldChg>
      <pc:sldChg chg="del">
        <pc:chgData name="Takeuchi, Koichiro" userId="b3848a05-443b-4434-8fa5-7398ca0c03c9" providerId="ADAL" clId="{64811EEB-FECD-4BDF-BE98-5183312C1DA3}" dt="2024-06-19T03:55:46.133" v="4827" actId="47"/>
        <pc:sldMkLst>
          <pc:docMk/>
          <pc:sldMk cId="62534915" sldId="2147480808"/>
        </pc:sldMkLst>
      </pc:sldChg>
      <pc:sldChg chg="addSp delSp modSp new mod ord">
        <pc:chgData name="Takeuchi, Koichiro" userId="b3848a05-443b-4434-8fa5-7398ca0c03c9" providerId="ADAL" clId="{64811EEB-FECD-4BDF-BE98-5183312C1DA3}" dt="2024-06-19T04:07:36.220" v="4885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64811EEB-FECD-4BDF-BE98-5183312C1DA3}" dt="2024-06-19T03:27:15.737" v="3839" actId="20577"/>
          <ac:spMkLst>
            <pc:docMk/>
            <pc:sldMk cId="323859429" sldId="2147480809"/>
            <ac:spMk id="2" creationId="{B2CA3B19-52FA-1D26-5F96-0D8707A7B4A4}"/>
          </ac:spMkLst>
        </pc:spChg>
        <pc:spChg chg="del">
          <ac:chgData name="Takeuchi, Koichiro" userId="b3848a05-443b-4434-8fa5-7398ca0c03c9" providerId="ADAL" clId="{64811EEB-FECD-4BDF-BE98-5183312C1DA3}" dt="2024-06-19T01:17:59.180" v="143" actId="478"/>
          <ac:spMkLst>
            <pc:docMk/>
            <pc:sldMk cId="323859429" sldId="2147480809"/>
            <ac:spMk id="3" creationId="{7452B780-CA24-B881-D379-D2433FF30B65}"/>
          </ac:spMkLst>
        </pc:spChg>
        <pc:spChg chg="add mod">
          <ac:chgData name="Takeuchi, Koichiro" userId="b3848a05-443b-4434-8fa5-7398ca0c03c9" providerId="ADAL" clId="{64811EEB-FECD-4BDF-BE98-5183312C1DA3}" dt="2024-06-19T03:12:09.175" v="3399" actId="1035"/>
          <ac:spMkLst>
            <pc:docMk/>
            <pc:sldMk cId="323859429" sldId="2147480809"/>
            <ac:spMk id="7" creationId="{922828E7-750B-A7B6-D196-FE8A1106513F}"/>
          </ac:spMkLst>
        </pc:spChg>
        <pc:spChg chg="add mod">
          <ac:chgData name="Takeuchi, Koichiro" userId="b3848a05-443b-4434-8fa5-7398ca0c03c9" providerId="ADAL" clId="{64811EEB-FECD-4BDF-BE98-5183312C1DA3}" dt="2024-06-19T02:53:30.980" v="1239" actId="20577"/>
          <ac:spMkLst>
            <pc:docMk/>
            <pc:sldMk cId="323859429" sldId="2147480809"/>
            <ac:spMk id="8" creationId="{3211E286-9CA2-4B1C-C0C0-D5C29F350A00}"/>
          </ac:spMkLst>
        </pc:spChg>
        <pc:spChg chg="add del mod">
          <ac:chgData name="Takeuchi, Koichiro" userId="b3848a05-443b-4434-8fa5-7398ca0c03c9" providerId="ADAL" clId="{64811EEB-FECD-4BDF-BE98-5183312C1DA3}" dt="2024-06-19T02:53:34.309" v="1240" actId="478"/>
          <ac:spMkLst>
            <pc:docMk/>
            <pc:sldMk cId="323859429" sldId="2147480809"/>
            <ac:spMk id="10" creationId="{8B3A6833-894E-C704-B930-4DF320CF8ED1}"/>
          </ac:spMkLst>
        </pc:spChg>
        <pc:spChg chg="add del mod">
          <ac:chgData name="Takeuchi, Koichiro" userId="b3848a05-443b-4434-8fa5-7398ca0c03c9" providerId="ADAL" clId="{64811EEB-FECD-4BDF-BE98-5183312C1DA3}" dt="2024-06-19T03:13:53.479" v="3501" actId="12788"/>
          <ac:spMkLst>
            <pc:docMk/>
            <pc:sldMk cId="323859429" sldId="2147480809"/>
            <ac:spMk id="11" creationId="{717EA1C2-564A-F53F-F442-2C714F464DA1}"/>
          </ac:spMkLst>
        </pc:spChg>
        <pc:spChg chg="add mod">
          <ac:chgData name="Takeuchi, Koichiro" userId="b3848a05-443b-4434-8fa5-7398ca0c03c9" providerId="ADAL" clId="{64811EEB-FECD-4BDF-BE98-5183312C1DA3}" dt="2024-06-19T04:07:36.220" v="4885" actId="20577"/>
          <ac:spMkLst>
            <pc:docMk/>
            <pc:sldMk cId="323859429" sldId="2147480809"/>
            <ac:spMk id="13" creationId="{7EA7777E-2F8C-7EAF-00B8-6D8931F3EE7D}"/>
          </ac:spMkLst>
        </pc:spChg>
        <pc:spChg chg="add mod">
          <ac:chgData name="Takeuchi, Koichiro" userId="b3848a05-443b-4434-8fa5-7398ca0c03c9" providerId="ADAL" clId="{64811EEB-FECD-4BDF-BE98-5183312C1DA3}" dt="2024-06-19T03:13:54.078" v="3502" actId="465"/>
          <ac:spMkLst>
            <pc:docMk/>
            <pc:sldMk cId="323859429" sldId="2147480809"/>
            <ac:spMk id="14" creationId="{BC179422-69D3-E378-7B3D-89D3749F8B79}"/>
          </ac:spMkLst>
        </pc:sp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9" creationId="{F32EE284-BB1B-0346-1C3F-E819BDE79099}"/>
          </ac:picMkLst>
        </pc:pic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12" creationId="{EBF4CD3C-A5C0-3DF9-5EF9-798CE6BF27E3}"/>
          </ac:picMkLst>
        </pc:picChg>
      </pc:sldChg>
      <pc:sldChg chg="addSp delSp modSp new mod ord">
        <pc:chgData name="Takeuchi, Koichiro" userId="b3848a05-443b-4434-8fa5-7398ca0c03c9" providerId="ADAL" clId="{64811EEB-FECD-4BDF-BE98-5183312C1DA3}" dt="2024-06-19T03:18:07.054" v="3770" actId="948"/>
        <pc:sldMkLst>
          <pc:docMk/>
          <pc:sldMk cId="1710641726" sldId="2147480810"/>
        </pc:sldMkLst>
        <pc:spChg chg="mod">
          <ac:chgData name="Takeuchi, Koichiro" userId="b3848a05-443b-4434-8fa5-7398ca0c03c9" providerId="ADAL" clId="{64811EEB-FECD-4BDF-BE98-5183312C1DA3}" dt="2024-06-19T03:14:37.531" v="3505" actId="255"/>
          <ac:spMkLst>
            <pc:docMk/>
            <pc:sldMk cId="1710641726" sldId="2147480810"/>
            <ac:spMk id="2" creationId="{69845134-1BEF-E7BD-582B-C980990C72D5}"/>
          </ac:spMkLst>
        </pc:spChg>
        <pc:spChg chg="del">
          <ac:chgData name="Takeuchi, Koichiro" userId="b3848a05-443b-4434-8fa5-7398ca0c03c9" providerId="ADAL" clId="{64811EEB-FECD-4BDF-BE98-5183312C1DA3}" dt="2024-06-19T03:14:40.067" v="3506" actId="478"/>
          <ac:spMkLst>
            <pc:docMk/>
            <pc:sldMk cId="1710641726" sldId="2147480810"/>
            <ac:spMk id="3" creationId="{3247B6DD-3AD2-3AE0-1C78-303B21D0EB22}"/>
          </ac:spMkLst>
        </pc:spChg>
        <pc:spChg chg="del">
          <ac:chgData name="Takeuchi, Koichiro" userId="b3848a05-443b-4434-8fa5-7398ca0c03c9" providerId="ADAL" clId="{64811EEB-FECD-4BDF-BE98-5183312C1DA3}" dt="2024-06-19T03:14:43.481" v="3507" actId="478"/>
          <ac:spMkLst>
            <pc:docMk/>
            <pc:sldMk cId="1710641726" sldId="2147480810"/>
            <ac:spMk id="4" creationId="{BA6B718B-644A-C73E-5683-F9A188D574B1}"/>
          </ac:spMkLst>
        </pc:spChg>
        <pc:spChg chg="add mod">
          <ac:chgData name="Takeuchi, Koichiro" userId="b3848a05-443b-4434-8fa5-7398ca0c03c9" providerId="ADAL" clId="{64811EEB-FECD-4BDF-BE98-5183312C1DA3}" dt="2024-06-19T03:18:07.054" v="3770" actId="948"/>
          <ac:spMkLst>
            <pc:docMk/>
            <pc:sldMk cId="1710641726" sldId="2147480810"/>
            <ac:spMk id="7" creationId="{4C331423-D31E-54C6-B603-3A2DCE7DE991}"/>
          </ac:spMkLst>
        </pc:spChg>
        <pc:spChg chg="add del mod">
          <ac:chgData name="Takeuchi, Koichiro" userId="b3848a05-443b-4434-8fa5-7398ca0c03c9" providerId="ADAL" clId="{64811EEB-FECD-4BDF-BE98-5183312C1DA3}" dt="2024-06-19T03:17:55.354" v="3768" actId="478"/>
          <ac:spMkLst>
            <pc:docMk/>
            <pc:sldMk cId="1710641726" sldId="2147480810"/>
            <ac:spMk id="8" creationId="{3CA33D6C-8EC5-6424-19FC-5F2D25592278}"/>
          </ac:spMkLst>
        </pc:spChg>
      </pc:sldChg>
      <pc:sldChg chg="addSp modSp add mod">
        <pc:chgData name="Takeuchi, Koichiro" userId="b3848a05-443b-4434-8fa5-7398ca0c03c9" providerId="ADAL" clId="{64811EEB-FECD-4BDF-BE98-5183312C1DA3}" dt="2024-06-19T03:18:44.194" v="3793" actId="167"/>
        <pc:sldMkLst>
          <pc:docMk/>
          <pc:sldMk cId="197750219" sldId="2147480811"/>
        </pc:sldMkLst>
        <pc:spChg chg="add mod ord">
          <ac:chgData name="Takeuchi, Koichiro" userId="b3848a05-443b-4434-8fa5-7398ca0c03c9" providerId="ADAL" clId="{64811EEB-FECD-4BDF-BE98-5183312C1DA3}" dt="2024-06-19T03:18:44.194" v="3793" actId="167"/>
          <ac:spMkLst>
            <pc:docMk/>
            <pc:sldMk cId="197750219" sldId="2147480811"/>
            <ac:spMk id="3" creationId="{B5E6072F-7729-76F7-2DA0-373762A10571}"/>
          </ac:spMkLst>
        </pc:spChg>
      </pc:sldChg>
      <pc:sldChg chg="modSp add mod">
        <pc:chgData name="Takeuchi, Koichiro" userId="b3848a05-443b-4434-8fa5-7398ca0c03c9" providerId="ADAL" clId="{64811EEB-FECD-4BDF-BE98-5183312C1DA3}" dt="2024-06-19T03:18:52.492" v="3822" actId="1035"/>
        <pc:sldMkLst>
          <pc:docMk/>
          <pc:sldMk cId="3372364919" sldId="2147480812"/>
        </pc:sldMkLst>
        <pc:spChg chg="mod">
          <ac:chgData name="Takeuchi, Koichiro" userId="b3848a05-443b-4434-8fa5-7398ca0c03c9" providerId="ADAL" clId="{64811EEB-FECD-4BDF-BE98-5183312C1DA3}" dt="2024-06-19T03:18:52.492" v="3822" actId="1035"/>
          <ac:spMkLst>
            <pc:docMk/>
            <pc:sldMk cId="3372364919" sldId="2147480812"/>
            <ac:spMk id="3" creationId="{B5E6072F-7729-76F7-2DA0-373762A10571}"/>
          </ac:spMkLst>
        </pc:spChg>
      </pc:sldChg>
      <pc:sldChg chg="addSp delSp modSp new mod">
        <pc:chgData name="Takeuchi, Koichiro" userId="b3848a05-443b-4434-8fa5-7398ca0c03c9" providerId="ADAL" clId="{64811EEB-FECD-4BDF-BE98-5183312C1DA3}" dt="2024-06-19T04:11:51.516" v="4891" actId="20577"/>
        <pc:sldMkLst>
          <pc:docMk/>
          <pc:sldMk cId="603918991" sldId="2147480813"/>
        </pc:sldMkLst>
        <pc:spChg chg="mod">
          <ac:chgData name="Takeuchi, Koichiro" userId="b3848a05-443b-4434-8fa5-7398ca0c03c9" providerId="ADAL" clId="{64811EEB-FECD-4BDF-BE98-5183312C1DA3}" dt="2024-06-19T03:27:49.002" v="3923" actId="404"/>
          <ac:spMkLst>
            <pc:docMk/>
            <pc:sldMk cId="603918991" sldId="2147480813"/>
            <ac:spMk id="2" creationId="{D566DF74-F91C-E3AD-3033-FA8C84018AEA}"/>
          </ac:spMkLst>
        </pc:spChg>
        <pc:spChg chg="del">
          <ac:chgData name="Takeuchi, Koichiro" userId="b3848a05-443b-4434-8fa5-7398ca0c03c9" providerId="ADAL" clId="{64811EEB-FECD-4BDF-BE98-5183312C1DA3}" dt="2024-06-19T03:50:15.441" v="4303" actId="478"/>
          <ac:spMkLst>
            <pc:docMk/>
            <pc:sldMk cId="603918991" sldId="2147480813"/>
            <ac:spMk id="3" creationId="{2FB22BFC-0110-4764-413C-271831A7521A}"/>
          </ac:spMkLst>
        </pc:spChg>
        <pc:spChg chg="mod">
          <ac:chgData name="Takeuchi, Koichiro" userId="b3848a05-443b-4434-8fa5-7398ca0c03c9" providerId="ADAL" clId="{64811EEB-FECD-4BDF-BE98-5183312C1DA3}" dt="2024-06-19T03:27:34.269" v="3901" actId="403"/>
          <ac:spMkLst>
            <pc:docMk/>
            <pc:sldMk cId="603918991" sldId="2147480813"/>
            <ac:spMk id="4" creationId="{0D3131DD-5AA2-1A2A-8275-356B3885BCF3}"/>
          </ac:spMkLst>
        </pc:spChg>
        <pc:spChg chg="mod">
          <ac:chgData name="Takeuchi, Koichiro" userId="b3848a05-443b-4434-8fa5-7398ca0c03c9" providerId="ADAL" clId="{64811EEB-FECD-4BDF-BE98-5183312C1DA3}" dt="2024-06-19T03:26:52.484" v="3828" actId="1076"/>
          <ac:spMkLst>
            <pc:docMk/>
            <pc:sldMk cId="603918991" sldId="2147480813"/>
            <ac:spMk id="18" creationId="{61E1006C-906B-01E9-665E-2C4DE72B58EE}"/>
          </ac:spMkLst>
        </pc:spChg>
        <pc:spChg chg="add mod">
          <ac:chgData name="Takeuchi, Koichiro" userId="b3848a05-443b-4434-8fa5-7398ca0c03c9" providerId="ADAL" clId="{64811EEB-FECD-4BDF-BE98-5183312C1DA3}" dt="2024-06-19T03:58:49.764" v="4835" actId="255"/>
          <ac:spMkLst>
            <pc:docMk/>
            <pc:sldMk cId="603918991" sldId="2147480813"/>
            <ac:spMk id="24" creationId="{ADAF15AC-EBE9-24C5-433D-E3465263AE3F}"/>
          </ac:spMkLst>
        </pc:spChg>
        <pc:spChg chg="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36" creationId="{13D1D37D-51DD-51AE-BE9B-A370058BE132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2" creationId="{F4770237-27C6-C01B-C899-E5F9EDB19C5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3" creationId="{CBFA6256-7B79-851E-41F7-4857B3115DE7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4" creationId="{2CB06A8A-FD0B-15FA-5C46-40CB21D87253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5" creationId="{C9F07628-8877-1750-ACD2-1DD4A2EACB9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6" creationId="{A532D8F9-2E9E-F128-FD15-CFD046A92042}"/>
          </ac:spMkLst>
        </pc:spChg>
        <pc:spChg chg="add 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9" creationId="{7023E234-3780-119C-B278-254BFC6855FC}"/>
          </ac:spMkLst>
        </pc:spChg>
        <pc:spChg chg="add mod">
          <ac:chgData name="Takeuchi, Koichiro" userId="b3848a05-443b-4434-8fa5-7398ca0c03c9" providerId="ADAL" clId="{64811EEB-FECD-4BDF-BE98-5183312C1DA3}" dt="2024-06-19T03:59:21.108" v="4874" actId="20577"/>
          <ac:spMkLst>
            <pc:docMk/>
            <pc:sldMk cId="603918991" sldId="2147480813"/>
            <ac:spMk id="50" creationId="{2E5822A6-3B86-D0FE-98F9-98326E0326CC}"/>
          </ac:spMkLst>
        </pc:spChg>
        <pc:spChg chg="add mod">
          <ac:chgData name="Takeuchi, Koichiro" userId="b3848a05-443b-4434-8fa5-7398ca0c03c9" providerId="ADAL" clId="{64811EEB-FECD-4BDF-BE98-5183312C1DA3}" dt="2024-06-19T04:11:51.516" v="4891" actId="20577"/>
          <ac:spMkLst>
            <pc:docMk/>
            <pc:sldMk cId="603918991" sldId="2147480813"/>
            <ac:spMk id="51" creationId="{14ADC41C-8E41-246B-B4CE-E311E9A7C3DF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2" creationId="{41E3C458-D60C-5A4E-A9A5-5E4EA3D63DEA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3" creationId="{7D599E3B-749D-646A-06A6-E70BA472972E}"/>
          </ac:spMkLst>
        </pc:spChg>
        <pc:grpChg chg="add del mod">
          <ac:chgData name="Takeuchi, Koichiro" userId="b3848a05-443b-4434-8fa5-7398ca0c03c9" providerId="ADAL" clId="{64811EEB-FECD-4BDF-BE98-5183312C1DA3}" dt="2024-06-19T03:48:14.584" v="4238" actId="478"/>
          <ac:grpSpMkLst>
            <pc:docMk/>
            <pc:sldMk cId="603918991" sldId="2147480813"/>
            <ac:grpSpMk id="7" creationId="{F35B536A-DBA1-D379-1EAA-68EF0861DF5C}"/>
          </ac:grpSpMkLst>
        </pc:grpChg>
        <pc:grpChg chg="add mod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25" creationId="{DA41DB31-8308-FC49-B48B-2E8A4F643967}"/>
          </ac:grpSpMkLst>
        </pc:grpChg>
        <pc:grpChg chg="add mod topLvl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41" creationId="{D5AA1906-2141-69E8-DCA8-6BB9E92072F8}"/>
          </ac:grpSpMkLst>
        </pc:grpChg>
        <pc:grpChg chg="add del mod">
          <ac:chgData name="Takeuchi, Koichiro" userId="b3848a05-443b-4434-8fa5-7398ca0c03c9" providerId="ADAL" clId="{64811EEB-FECD-4BDF-BE98-5183312C1DA3}" dt="2024-06-19T03:48:25.173" v="4253" actId="165"/>
          <ac:grpSpMkLst>
            <pc:docMk/>
            <pc:sldMk cId="603918991" sldId="2147480813"/>
            <ac:grpSpMk id="47" creationId="{63076BEC-1BD8-B0EE-D170-7096BEEF4BE7}"/>
          </ac:grpSpMkLst>
        </pc:grpChg>
        <pc:grpChg chg="add del mod">
          <ac:chgData name="Takeuchi, Koichiro" userId="b3848a05-443b-4434-8fa5-7398ca0c03c9" providerId="ADAL" clId="{64811EEB-FECD-4BDF-BE98-5183312C1DA3}" dt="2024-06-19T03:49:26.095" v="4279" actId="165"/>
          <ac:grpSpMkLst>
            <pc:docMk/>
            <pc:sldMk cId="603918991" sldId="2147480813"/>
            <ac:grpSpMk id="48" creationId="{18B8CABA-9E69-D3F9-713F-EFDEEFAA463F}"/>
          </ac:grpSpMkLst>
        </pc:grpChg>
        <pc:grpChg chg="add mod">
          <ac:chgData name="Takeuchi, Koichiro" userId="b3848a05-443b-4434-8fa5-7398ca0c03c9" providerId="ADAL" clId="{64811EEB-FECD-4BDF-BE98-5183312C1DA3}" dt="2024-06-19T03:55:07.092" v="4807" actId="12788"/>
          <ac:grpSpMkLst>
            <pc:docMk/>
            <pc:sldMk cId="603918991" sldId="2147480813"/>
            <ac:grpSpMk id="54" creationId="{96F58666-49FF-4B79-C29E-691155DBD956}"/>
          </ac:grpSpMkLst>
        </pc:grp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8" creationId="{82190D06-2096-438A-3C39-B9B1E227A897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9" creationId="{43C0C09C-7781-D47D-6048-4DA373CB7151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0" creationId="{51B288F7-0F2B-5E86-2866-1345999F15FC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1" creationId="{400B2E85-E2DC-F675-EF66-4B80579773E4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2" creationId="{69A7E9AE-4A53-BF6C-1DEE-BFED85C1F29F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3" creationId="{9ED96FD4-6C28-6650-766B-914886854AC3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4" creationId="{70B74A71-B9BA-C98D-B029-2F45109ACB1D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5" creationId="{1E29310A-49DA-7E3F-1830-5EEE3CBB6CE9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6" creationId="{3511301A-876D-D1EA-012B-B7AB372B276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7" creationId="{0D43D5B9-5F7B-2957-4B61-B9B8A4AFD89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9" creationId="{E2872D22-985A-388B-AFC3-40F0C6C5DC8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0" creationId="{7EF237D6-2472-22E7-1470-A0ED22C4C4A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1" creationId="{82947FCD-432E-5260-BBE5-93484F06D0E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2" creationId="{FC89825E-5942-AF38-61F8-522C5D48FA37}"/>
          </ac:picMkLst>
        </pc:picChg>
        <pc:picChg chg="add del">
          <ac:chgData name="Takeuchi, Koichiro" userId="b3848a05-443b-4434-8fa5-7398ca0c03c9" providerId="ADAL" clId="{64811EEB-FECD-4BDF-BE98-5183312C1DA3}" dt="2024-06-19T03:27:53.157" v="3924" actId="478"/>
          <ac:picMkLst>
            <pc:docMk/>
            <pc:sldMk cId="603918991" sldId="2147480813"/>
            <ac:picMk id="23" creationId="{D520C9D7-CD55-A524-C78C-5F154483EEE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6" creationId="{4D5B96DF-9A22-F322-378F-DA1C97A7EEA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7" creationId="{F25A7ECB-AC5F-AD8B-770F-FBDB41A47647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8" creationId="{895C4C96-3B66-E1F4-29EF-6F569C31B71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9" creationId="{6E2389CD-6A29-302C-4C73-9C32A11EA29D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0" creationId="{1734BFD6-7E71-7D8C-A2EE-A20F739D374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1" creationId="{FDEDA3F5-ECDA-48B6-7DE8-54D1060D6D6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2" creationId="{AFCA5CFA-3066-6527-2A40-3B622BF29869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3" creationId="{57BF6015-D08A-3782-EB0E-60ED778E27A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4" creationId="{0D411A80-6755-75D3-704A-45C522199EC4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5" creationId="{E33F463B-3CC2-5EE6-ADA5-6249D42F030B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7" creationId="{5DA1C30F-723F-3887-47A3-788677CDE861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8" creationId="{09E82B96-73E4-8A49-5D6D-3C2483BE475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9" creationId="{7C41344F-202C-6D4D-FCBE-DB69D26EC1F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40" creationId="{B9ACC545-B2C8-DBF6-E4E9-4F257FC3FAD5}"/>
          </ac:picMkLst>
        </pc:picChg>
      </pc:sldChg>
      <pc:sldChg chg="modSp add mod">
        <pc:chgData name="Takeuchi, Koichiro" userId="b3848a05-443b-4434-8fa5-7398ca0c03c9" providerId="ADAL" clId="{64811EEB-FECD-4BDF-BE98-5183312C1DA3}" dt="2024-06-19T04:42:00.305" v="5140" actId="20577"/>
        <pc:sldMkLst>
          <pc:docMk/>
          <pc:sldMk cId="3588161479" sldId="2147480814"/>
        </pc:sldMkLst>
        <pc:spChg chg="mod">
          <ac:chgData name="Takeuchi, Koichiro" userId="b3848a05-443b-4434-8fa5-7398ca0c03c9" providerId="ADAL" clId="{64811EEB-FECD-4BDF-BE98-5183312C1DA3}" dt="2024-06-19T03:56:18.185" v="4834" actId="1076"/>
          <ac:spMkLst>
            <pc:docMk/>
            <pc:sldMk cId="3588161479" sldId="2147480814"/>
            <ac:spMk id="19" creationId="{484A5D22-8309-4C70-DC88-F07F14D2BF5E}"/>
          </ac:spMkLst>
        </pc:spChg>
        <pc:spChg chg="mod">
          <ac:chgData name="Takeuchi, Koichiro" userId="b3848a05-443b-4434-8fa5-7398ca0c03c9" providerId="ADAL" clId="{64811EEB-FECD-4BDF-BE98-5183312C1DA3}" dt="2024-06-19T04:42:00.305" v="5140" actId="20577"/>
          <ac:spMkLst>
            <pc:docMk/>
            <pc:sldMk cId="3588161479" sldId="2147480814"/>
            <ac:spMk id="56" creationId="{4FA19F00-B21F-3BDD-EF97-E7645440DF0A}"/>
          </ac:spMkLst>
        </pc:spChg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3356158626" sldId="2147480815"/>
        </pc:sldMkLst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2557771223" sldId="2147480816"/>
        </pc:sldMkLst>
      </pc:sldChg>
    </pc:docChg>
  </pc:docChgLst>
  <pc:docChgLst>
    <pc:chgData name="Takeuchi, Koichiro" userId="b3848a05-443b-4434-8fa5-7398ca0c03c9" providerId="ADAL" clId="{19553818-2B11-4867-9C08-699EBDD1F4BF}"/>
    <pc:docChg chg="undo custSel addSld delSld modSld modSection">
      <pc:chgData name="Takeuchi, Koichiro" userId="b3848a05-443b-4434-8fa5-7398ca0c03c9" providerId="ADAL" clId="{19553818-2B11-4867-9C08-699EBDD1F4BF}" dt="2024-09-06T07:35:27.934" v="1482" actId="47"/>
      <pc:docMkLst>
        <pc:docMk/>
      </pc:docMkLst>
      <pc:sldChg chg="modSp mod">
        <pc:chgData name="Takeuchi, Koichiro" userId="b3848a05-443b-4434-8fa5-7398ca0c03c9" providerId="ADAL" clId="{19553818-2B11-4867-9C08-699EBDD1F4BF}" dt="2024-07-29T12:54:15.886" v="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19553818-2B11-4867-9C08-699EBDD1F4BF}" dt="2024-07-29T12:54:15.886" v="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Takeuchi, Koichiro" userId="b3848a05-443b-4434-8fa5-7398ca0c03c9" providerId="ADAL" clId="{19553818-2B11-4867-9C08-699EBDD1F4BF}" dt="2024-09-05T08:25:06.551" v="1481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19553818-2B11-4867-9C08-699EBDD1F4BF}" dt="2024-09-05T08:25:06.551" v="1481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19553818-2B11-4867-9C08-699EBDD1F4BF}" dt="2024-08-20T12:51:50.287" v="1470" actId="1036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35.468" v="108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19553818-2B11-4867-9C08-699EBDD1F4BF}" dt="2024-07-29T13:30:35.468" v="108" actId="20577"/>
          <ac:spMkLst>
            <pc:docMk/>
            <pc:sldMk cId="1353650430" sldId="2147480834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29.239" v="99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19553818-2B11-4867-9C08-699EBDD1F4BF}" dt="2024-07-29T13:30:29.239" v="99" actId="20577"/>
          <ac:spMkLst>
            <pc:docMk/>
            <pc:sldMk cId="3421619155" sldId="2147480835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49.148" v="144" actId="20577"/>
        <pc:sldMkLst>
          <pc:docMk/>
          <pc:sldMk cId="3067867741" sldId="2147480836"/>
        </pc:sldMkLst>
        <pc:spChg chg="mod">
          <ac:chgData name="Takeuchi, Koichiro" userId="b3848a05-443b-4434-8fa5-7398ca0c03c9" providerId="ADAL" clId="{19553818-2B11-4867-9C08-699EBDD1F4BF}" dt="2024-07-29T13:30:49.148" v="144" actId="20577"/>
          <ac:spMkLst>
            <pc:docMk/>
            <pc:sldMk cId="3067867741" sldId="2147480836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1:00.828" v="180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19553818-2B11-4867-9C08-699EBDD1F4BF}" dt="2024-07-29T13:31:00.828" v="180" actId="20577"/>
          <ac:spMkLst>
            <pc:docMk/>
            <pc:sldMk cId="672143202" sldId="2147480837"/>
            <ac:spMk id="2" creationId="{538CA542-996C-7AB6-4053-8416C1887F91}"/>
          </ac:spMkLst>
        </pc:spChg>
      </pc:sldChg>
      <pc:sldChg chg="modSp mod">
        <pc:chgData name="Takeuchi, Koichiro" userId="b3848a05-443b-4434-8fa5-7398ca0c03c9" providerId="ADAL" clId="{19553818-2B11-4867-9C08-699EBDD1F4BF}" dt="2024-07-29T13:34:15.871" v="189" actId="20577"/>
        <pc:sldMkLst>
          <pc:docMk/>
          <pc:sldMk cId="3849089130" sldId="2147480838"/>
        </pc:sldMkLst>
        <pc:spChg chg="mod">
          <ac:chgData name="Takeuchi, Koichiro" userId="b3848a05-443b-4434-8fa5-7398ca0c03c9" providerId="ADAL" clId="{19553818-2B11-4867-9C08-699EBDD1F4BF}" dt="2024-07-29T13:34:15.871" v="189" actId="20577"/>
          <ac:spMkLst>
            <pc:docMk/>
            <pc:sldMk cId="3849089130" sldId="2147480838"/>
            <ac:spMk id="2" creationId="{7EF1B1EA-0734-2657-0D7D-45CE0B2A5AF5}"/>
          </ac:spMkLst>
        </pc:spChg>
      </pc:sldChg>
      <pc:sldChg chg="addSp delSp modSp add mod">
        <pc:chgData name="Takeuchi, Koichiro" userId="b3848a05-443b-4434-8fa5-7398ca0c03c9" providerId="ADAL" clId="{19553818-2B11-4867-9C08-699EBDD1F4BF}" dt="2024-07-29T13:46:53.205" v="1469" actId="1038"/>
        <pc:sldMkLst>
          <pc:docMk/>
          <pc:sldMk cId="3478628263" sldId="2147480843"/>
        </pc:sldMkLst>
        <pc:spChg chg="mod">
          <ac:chgData name="Takeuchi, Koichiro" userId="b3848a05-443b-4434-8fa5-7398ca0c03c9" providerId="ADAL" clId="{19553818-2B11-4867-9C08-699EBDD1F4BF}" dt="2024-07-29T13:35:50.300" v="338" actId="20577"/>
          <ac:spMkLst>
            <pc:docMk/>
            <pc:sldMk cId="3478628263" sldId="2147480843"/>
            <ac:spMk id="2" creationId="{7EF1B1EA-0734-2657-0D7D-45CE0B2A5AF5}"/>
          </ac:spMkLst>
        </pc:spChg>
        <pc:spChg chg="mod">
          <ac:chgData name="Takeuchi, Koichiro" userId="b3848a05-443b-4434-8fa5-7398ca0c03c9" providerId="ADAL" clId="{19553818-2B11-4867-9C08-699EBDD1F4BF}" dt="2024-07-29T13:42:36.984" v="1051" actId="20577"/>
          <ac:spMkLst>
            <pc:docMk/>
            <pc:sldMk cId="3478628263" sldId="2147480843"/>
            <ac:spMk id="3" creationId="{6B7DA810-07B4-528E-15B3-0B0B9CB6B99C}"/>
          </ac:spMkLst>
        </pc:spChg>
        <pc:spChg chg="add del mod">
          <ac:chgData name="Takeuchi, Koichiro" userId="b3848a05-443b-4434-8fa5-7398ca0c03c9" providerId="ADAL" clId="{19553818-2B11-4867-9C08-699EBDD1F4BF}" dt="2024-07-29T13:35:54.782" v="340" actId="478"/>
          <ac:spMkLst>
            <pc:docMk/>
            <pc:sldMk cId="3478628263" sldId="2147480843"/>
            <ac:spMk id="7" creationId="{C8AE3D9D-51F3-C5A4-F89E-AC591D50F594}"/>
          </ac:spMkLst>
        </pc:spChg>
        <pc:spChg chg="add del mod">
          <ac:chgData name="Takeuchi, Koichiro" userId="b3848a05-443b-4434-8fa5-7398ca0c03c9" providerId="ADAL" clId="{19553818-2B11-4867-9C08-699EBDD1F4BF}" dt="2024-07-29T13:35:57.661" v="341" actId="478"/>
          <ac:spMkLst>
            <pc:docMk/>
            <pc:sldMk cId="3478628263" sldId="2147480843"/>
            <ac:spMk id="8" creationId="{0E11DB3B-C40E-E560-D525-743D05F17EDB}"/>
          </ac:spMkLst>
        </pc:spChg>
        <pc:spChg chg="add del mod">
          <ac:chgData name="Takeuchi, Koichiro" userId="b3848a05-443b-4434-8fa5-7398ca0c03c9" providerId="ADAL" clId="{19553818-2B11-4867-9C08-699EBDD1F4BF}" dt="2024-07-29T13:40:12.593" v="936" actId="478"/>
          <ac:spMkLst>
            <pc:docMk/>
            <pc:sldMk cId="3478628263" sldId="2147480843"/>
            <ac:spMk id="9" creationId="{DC6D4E8F-789A-8212-539E-59C4D06DAE7D}"/>
          </ac:spMkLst>
        </pc:spChg>
        <pc:spChg chg="add mod">
          <ac:chgData name="Takeuchi, Koichiro" userId="b3848a05-443b-4434-8fa5-7398ca0c03c9" providerId="ADAL" clId="{19553818-2B11-4867-9C08-699EBDD1F4BF}" dt="2024-07-29T13:43:04.624" v="1069" actId="1037"/>
          <ac:spMkLst>
            <pc:docMk/>
            <pc:sldMk cId="3478628263" sldId="2147480843"/>
            <ac:spMk id="11" creationId="{3BC366B2-2AD0-7BDE-E566-3F13755BC813}"/>
          </ac:spMkLst>
        </pc:spChg>
        <pc:spChg chg="add mod">
          <ac:chgData name="Takeuchi, Koichiro" userId="b3848a05-443b-4434-8fa5-7398ca0c03c9" providerId="ADAL" clId="{19553818-2B11-4867-9C08-699EBDD1F4BF}" dt="2024-07-29T13:43:13.926" v="1074" actId="14100"/>
          <ac:spMkLst>
            <pc:docMk/>
            <pc:sldMk cId="3478628263" sldId="2147480843"/>
            <ac:spMk id="12" creationId="{299AA9E0-47DE-A88B-0A54-CF707885F56F}"/>
          </ac:spMkLst>
        </pc:spChg>
        <pc:spChg chg="add del mod">
          <ac:chgData name="Takeuchi, Koichiro" userId="b3848a05-443b-4434-8fa5-7398ca0c03c9" providerId="ADAL" clId="{19553818-2B11-4867-9C08-699EBDD1F4BF}" dt="2024-07-29T13:43:38.658" v="1117" actId="478"/>
          <ac:spMkLst>
            <pc:docMk/>
            <pc:sldMk cId="3478628263" sldId="2147480843"/>
            <ac:spMk id="13" creationId="{B426B83C-92DA-933A-886E-377F2DA1082A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4" creationId="{DFC25BB2-1E5A-2C2C-ABA2-76F954CB430C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5" creationId="{E6D3CD25-7400-5D67-2FF7-E0C2F56E749C}"/>
          </ac:spMkLst>
        </pc:spChg>
        <pc:spChg chg="add del mod">
          <ac:chgData name="Takeuchi, Koichiro" userId="b3848a05-443b-4434-8fa5-7398ca0c03c9" providerId="ADAL" clId="{19553818-2B11-4867-9C08-699EBDD1F4BF}" dt="2024-07-29T13:46:13.908" v="1306" actId="478"/>
          <ac:spMkLst>
            <pc:docMk/>
            <pc:sldMk cId="3478628263" sldId="2147480843"/>
            <ac:spMk id="24" creationId="{084E94C1-D3AF-2936-16D7-AE025FC018C5}"/>
          </ac:spMkLst>
        </pc:spChg>
        <pc:spChg chg="add mod">
          <ac:chgData name="Takeuchi, Koichiro" userId="b3848a05-443b-4434-8fa5-7398ca0c03c9" providerId="ADAL" clId="{19553818-2B11-4867-9C08-699EBDD1F4BF}" dt="2024-07-29T13:46:53.205" v="1469" actId="1038"/>
          <ac:spMkLst>
            <pc:docMk/>
            <pc:sldMk cId="3478628263" sldId="2147480843"/>
            <ac:spMk id="25" creationId="{AEA8143B-7D60-5E3F-2948-C232BE76FCB3}"/>
          </ac:spMkLst>
        </pc:spChg>
        <pc:picChg chg="add mod">
          <ac:chgData name="Takeuchi, Koichiro" userId="b3848a05-443b-4434-8fa5-7398ca0c03c9" providerId="ADAL" clId="{19553818-2B11-4867-9C08-699EBDD1F4BF}" dt="2024-07-29T13:43:07.509" v="1072" actId="1076"/>
          <ac:picMkLst>
            <pc:docMk/>
            <pc:sldMk cId="3478628263" sldId="2147480843"/>
            <ac:picMk id="10" creationId="{28144985-E980-609D-C144-9C8634D8F247}"/>
          </ac:picMkLst>
        </pc:picChg>
        <pc:picChg chg="del">
          <ac:chgData name="Takeuchi, Koichiro" userId="b3848a05-443b-4434-8fa5-7398ca0c03c9" providerId="ADAL" clId="{19553818-2B11-4867-9C08-699EBDD1F4BF}" dt="2024-07-29T13:35:52.383" v="339" actId="478"/>
          <ac:picMkLst>
            <pc:docMk/>
            <pc:sldMk cId="3478628263" sldId="2147480843"/>
            <ac:picMk id="117" creationId="{AFBCCD2A-61D8-C008-9A62-066B09EE5552}"/>
          </ac:picMkLst>
        </pc:picChg>
        <pc:cxnChg chg="add mod">
          <ac:chgData name="Takeuchi, Koichiro" userId="b3848a05-443b-4434-8fa5-7398ca0c03c9" providerId="ADAL" clId="{19553818-2B11-4867-9C08-699EBDD1F4BF}" dt="2024-07-29T13:45:54.744" v="1300" actId="14100"/>
          <ac:cxnSpMkLst>
            <pc:docMk/>
            <pc:sldMk cId="3478628263" sldId="2147480843"/>
            <ac:cxnSpMk id="17" creationId="{ECE1C6A2-5189-B635-22C4-3C169C930B46}"/>
          </ac:cxnSpMkLst>
        </pc:cxnChg>
        <pc:cxnChg chg="add mod">
          <ac:chgData name="Takeuchi, Koichiro" userId="b3848a05-443b-4434-8fa5-7398ca0c03c9" providerId="ADAL" clId="{19553818-2B11-4867-9C08-699EBDD1F4BF}" dt="2024-07-29T13:45:59.361" v="1303" actId="14100"/>
          <ac:cxnSpMkLst>
            <pc:docMk/>
            <pc:sldMk cId="3478628263" sldId="2147480843"/>
            <ac:cxnSpMk id="22" creationId="{C8A2B64D-862E-2B3A-8E1E-87AE0B3AD1BE}"/>
          </ac:cxnSpMkLst>
        </pc:cxnChg>
      </pc:sldChg>
      <pc:sldChg chg="add del">
        <pc:chgData name="Takeuchi, Koichiro" userId="b3848a05-443b-4434-8fa5-7398ca0c03c9" providerId="ADAL" clId="{19553818-2B11-4867-9C08-699EBDD1F4BF}" dt="2024-09-06T07:35:27.934" v="1482" actId="47"/>
        <pc:sldMkLst>
          <pc:docMk/>
          <pc:sldMk cId="526007411" sldId="2147480850"/>
        </pc:sldMkLst>
      </pc:sldChg>
    </pc:docChg>
  </pc:docChgLst>
  <pc:docChgLst>
    <pc:chgData name="Takeuchi, Koichiro" userId="b3848a05-443b-4434-8fa5-7398ca0c03c9" providerId="ADAL" clId="{FBA1C96C-8A32-4A2B-8398-1B64F129BE51}"/>
    <pc:docChg chg="undo custSel modSld">
      <pc:chgData name="Takeuchi, Koichiro" userId="b3848a05-443b-4434-8fa5-7398ca0c03c9" providerId="ADAL" clId="{FBA1C96C-8A32-4A2B-8398-1B64F129BE51}" dt="2024-07-23T11:18:31.485" v="379" actId="1036"/>
      <pc:docMkLst>
        <pc:docMk/>
      </pc:docMkLst>
      <pc:sldChg chg="delSp mod">
        <pc:chgData name="Takeuchi, Koichiro" userId="b3848a05-443b-4434-8fa5-7398ca0c03c9" providerId="ADAL" clId="{FBA1C96C-8A32-4A2B-8398-1B64F129BE51}" dt="2024-07-12T02:55:14.615" v="0" actId="478"/>
        <pc:sldMkLst>
          <pc:docMk/>
          <pc:sldMk cId="684610595" sldId="2147468582"/>
        </pc:sldMkLst>
        <pc:spChg chg="del">
          <ac:chgData name="Takeuchi, Koichiro" userId="b3848a05-443b-4434-8fa5-7398ca0c03c9" providerId="ADAL" clId="{FBA1C96C-8A32-4A2B-8398-1B64F129BE51}" dt="2024-07-12T02:55:14.615" v="0" actId="478"/>
          <ac:spMkLst>
            <pc:docMk/>
            <pc:sldMk cId="684610595" sldId="2147468582"/>
            <ac:spMk id="4" creationId="{B5C65EEE-FE37-E77F-78A1-E3D65295E7AD}"/>
          </ac:spMkLst>
        </pc:spChg>
      </pc:sldChg>
      <pc:sldChg chg="modSp mod">
        <pc:chgData name="Takeuchi, Koichiro" userId="b3848a05-443b-4434-8fa5-7398ca0c03c9" providerId="ADAL" clId="{FBA1C96C-8A32-4A2B-8398-1B64F129BE51}" dt="2024-07-12T02:55:41.565" v="10" actId="20577"/>
        <pc:sldMkLst>
          <pc:docMk/>
          <pc:sldMk cId="1441718847" sldId="2147468637"/>
        </pc:sldMkLst>
        <pc:spChg chg="mod">
          <ac:chgData name="Takeuchi, Koichiro" userId="b3848a05-443b-4434-8fa5-7398ca0c03c9" providerId="ADAL" clId="{FBA1C96C-8A32-4A2B-8398-1B64F129BE51}" dt="2024-07-12T02:55:41.565" v="10" actId="20577"/>
          <ac:spMkLst>
            <pc:docMk/>
            <pc:sldMk cId="1441718847" sldId="2147468637"/>
            <ac:spMk id="5" creationId="{A2CBEE95-C4B3-99EE-1440-2DFEADBC36EA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7.578" v="15" actId="404"/>
        <pc:sldMkLst>
          <pc:docMk/>
          <pc:sldMk cId="1710641726" sldId="2147480810"/>
        </pc:sldMkLst>
        <pc:spChg chg="mod">
          <ac:chgData name="Takeuchi, Koichiro" userId="b3848a05-443b-4434-8fa5-7398ca0c03c9" providerId="ADAL" clId="{FBA1C96C-8A32-4A2B-8398-1B64F129BE51}" dt="2024-07-12T02:59:57.578" v="15" actId="404"/>
          <ac:spMkLst>
            <pc:docMk/>
            <pc:sldMk cId="1710641726" sldId="2147480810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2.791" v="14" actId="404"/>
        <pc:sldMkLst>
          <pc:docMk/>
          <pc:sldMk cId="197750219" sldId="2147480811"/>
        </pc:sldMkLst>
        <pc:spChg chg="mod">
          <ac:chgData name="Takeuchi, Koichiro" userId="b3848a05-443b-4434-8fa5-7398ca0c03c9" providerId="ADAL" clId="{FBA1C96C-8A32-4A2B-8398-1B64F129BE51}" dt="2024-07-12T02:59:52.791" v="14" actId="404"/>
          <ac:spMkLst>
            <pc:docMk/>
            <pc:sldMk cId="197750219" sldId="2147480811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47.449" v="13" actId="404"/>
        <pc:sldMkLst>
          <pc:docMk/>
          <pc:sldMk cId="3372364919" sldId="2147480812"/>
        </pc:sldMkLst>
        <pc:spChg chg="mod">
          <ac:chgData name="Takeuchi, Koichiro" userId="b3848a05-443b-4434-8fa5-7398ca0c03c9" providerId="ADAL" clId="{FBA1C96C-8A32-4A2B-8398-1B64F129BE51}" dt="2024-07-12T02:59:47.449" v="13" actId="404"/>
          <ac:spMkLst>
            <pc:docMk/>
            <pc:sldMk cId="3372364919" sldId="2147480812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8.298" v="12" actId="404"/>
        <pc:sldMkLst>
          <pc:docMk/>
          <pc:sldMk cId="982874196" sldId="2147480823"/>
        </pc:sldMkLst>
        <pc:spChg chg="mod">
          <ac:chgData name="Takeuchi, Koichiro" userId="b3848a05-443b-4434-8fa5-7398ca0c03c9" providerId="ADAL" clId="{FBA1C96C-8A32-4A2B-8398-1B64F129BE51}" dt="2024-07-12T02:59:38.298" v="12" actId="404"/>
          <ac:spMkLst>
            <pc:docMk/>
            <pc:sldMk cId="982874196" sldId="2147480823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2.333" v="11" actId="404"/>
        <pc:sldMkLst>
          <pc:docMk/>
          <pc:sldMk cId="1860587498" sldId="2147480825"/>
        </pc:sldMkLst>
        <pc:spChg chg="mod">
          <ac:chgData name="Takeuchi, Koichiro" userId="b3848a05-443b-4434-8fa5-7398ca0c03c9" providerId="ADAL" clId="{FBA1C96C-8A32-4A2B-8398-1B64F129BE51}" dt="2024-07-12T02:59:32.333" v="11" actId="404"/>
          <ac:spMkLst>
            <pc:docMk/>
            <pc:sldMk cId="1860587498" sldId="2147480825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23T11:18:31.485" v="379" actId="1036"/>
        <pc:sldMkLst>
          <pc:docMk/>
          <pc:sldMk cId="3308295739" sldId="2147480828"/>
        </pc:sldMkLst>
        <pc:spChg chg="mod">
          <ac:chgData name="Takeuchi, Koichiro" userId="b3848a05-443b-4434-8fa5-7398ca0c03c9" providerId="ADAL" clId="{FBA1C96C-8A32-4A2B-8398-1B64F129BE51}" dt="2024-07-23T11:18:31.485" v="379" actId="1036"/>
          <ac:spMkLst>
            <pc:docMk/>
            <pc:sldMk cId="3308295739" sldId="2147480828"/>
            <ac:spMk id="5" creationId="{DBBC153B-5392-1912-538B-44AC467BD5A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8.653" v="1" actId="478"/>
        <pc:sldMkLst>
          <pc:docMk/>
          <pc:sldMk cId="2091009357" sldId="2147480830"/>
        </pc:sldMkLst>
        <pc:spChg chg="del">
          <ac:chgData name="Takeuchi, Koichiro" userId="b3848a05-443b-4434-8fa5-7398ca0c03c9" providerId="ADAL" clId="{FBA1C96C-8A32-4A2B-8398-1B64F129BE51}" dt="2024-07-12T02:55:18.653" v="1" actId="478"/>
          <ac:spMkLst>
            <pc:docMk/>
            <pc:sldMk cId="2091009357" sldId="2147480830"/>
            <ac:spMk id="11" creationId="{3D2C8A37-48AE-8E76-8264-E5A57258EE7A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4.029" v="5" actId="478"/>
        <pc:sldMkLst>
          <pc:docMk/>
          <pc:sldMk cId="4048553935" sldId="2147480833"/>
        </pc:sldMkLst>
        <pc:spChg chg="del">
          <ac:chgData name="Takeuchi, Koichiro" userId="b3848a05-443b-4434-8fa5-7398ca0c03c9" providerId="ADAL" clId="{FBA1C96C-8A32-4A2B-8398-1B64F129BE51}" dt="2024-07-12T02:55:24.029" v="5" actId="478"/>
          <ac:spMkLst>
            <pc:docMk/>
            <pc:sldMk cId="4048553935" sldId="2147480833"/>
            <ac:spMk id="78" creationId="{E4AEAC44-03FC-0C44-1F4E-E3EBFDF5071E}"/>
          </ac:spMkLst>
        </pc:spChg>
      </pc:sldChg>
      <pc:sldChg chg="addSp delSp modSp mod">
        <pc:chgData name="Takeuchi, Koichiro" userId="b3848a05-443b-4434-8fa5-7398ca0c03c9" providerId="ADAL" clId="{FBA1C96C-8A32-4A2B-8398-1B64F129BE51}" dt="2024-07-12T04:14:54.687" v="377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FBA1C96C-8A32-4A2B-8398-1B64F129BE51}" dt="2024-07-12T04:14:54.687" v="377" actId="20577"/>
          <ac:spMkLst>
            <pc:docMk/>
            <pc:sldMk cId="3421619155" sldId="2147480835"/>
            <ac:spMk id="3" creationId="{AD1EAC40-4216-15EF-D1A6-211C8288D462}"/>
          </ac:spMkLst>
        </pc:spChg>
        <pc:spChg chg="add del mod">
          <ac:chgData name="Takeuchi, Koichiro" userId="b3848a05-443b-4434-8fa5-7398ca0c03c9" providerId="ADAL" clId="{FBA1C96C-8A32-4A2B-8398-1B64F129BE51}" dt="2024-07-12T04:12:18.455" v="63" actId="478"/>
          <ac:spMkLst>
            <pc:docMk/>
            <pc:sldMk cId="3421619155" sldId="2147480835"/>
            <ac:spMk id="9" creationId="{6D9F62B1-D55C-D847-72CD-7D24CDA2CF29}"/>
          </ac:spMkLst>
        </pc:spChg>
        <pc:spChg chg="add del mod">
          <ac:chgData name="Takeuchi, Koichiro" userId="b3848a05-443b-4434-8fa5-7398ca0c03c9" providerId="ADAL" clId="{FBA1C96C-8A32-4A2B-8398-1B64F129BE51}" dt="2024-07-12T04:13:59.239" v="354" actId="478"/>
          <ac:spMkLst>
            <pc:docMk/>
            <pc:sldMk cId="3421619155" sldId="2147480835"/>
            <ac:spMk id="10" creationId="{CF3D1F66-F4C0-3A85-F1D1-8C1F8739D670}"/>
          </ac:spMkLst>
        </pc:spChg>
        <pc:picChg chg="del mod">
          <ac:chgData name="Takeuchi, Koichiro" userId="b3848a05-443b-4434-8fa5-7398ca0c03c9" providerId="ADAL" clId="{FBA1C96C-8A32-4A2B-8398-1B64F129BE51}" dt="2024-07-12T04:14:04.139" v="355" actId="478"/>
          <ac:picMkLst>
            <pc:docMk/>
            <pc:sldMk cId="3421619155" sldId="2147480835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FBA1C96C-8A32-4A2B-8398-1B64F129BE51}" dt="2024-07-12T04:14:32.468" v="372" actId="12788"/>
          <ac:picMkLst>
            <pc:docMk/>
            <pc:sldMk cId="3421619155" sldId="2147480835"/>
            <ac:picMk id="11" creationId="{888860B8-27F4-434E-5D4F-1C65849DD459}"/>
          </ac:picMkLst>
        </pc:picChg>
      </pc:sldChg>
      <pc:sldChg chg="delSp mod">
        <pc:chgData name="Takeuchi, Koichiro" userId="b3848a05-443b-4434-8fa5-7398ca0c03c9" providerId="ADAL" clId="{FBA1C96C-8A32-4A2B-8398-1B64F129BE51}" dt="2024-07-12T02:55:28.570" v="6" actId="478"/>
        <pc:sldMkLst>
          <pc:docMk/>
          <pc:sldMk cId="3849089130" sldId="2147480838"/>
        </pc:sldMkLst>
        <pc:spChg chg="del">
          <ac:chgData name="Takeuchi, Koichiro" userId="b3848a05-443b-4434-8fa5-7398ca0c03c9" providerId="ADAL" clId="{FBA1C96C-8A32-4A2B-8398-1B64F129BE51}" dt="2024-07-12T02:55:28.570" v="6" actId="478"/>
          <ac:spMkLst>
            <pc:docMk/>
            <pc:sldMk cId="3849089130" sldId="2147480838"/>
            <ac:spMk id="8" creationId="{7A7D6ECF-8672-90B1-C41E-7E8CA4F965DF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2.322" v="4" actId="478"/>
        <pc:sldMkLst>
          <pc:docMk/>
          <pc:sldMk cId="1607300711" sldId="2147480840"/>
        </pc:sldMkLst>
        <pc:spChg chg="del">
          <ac:chgData name="Takeuchi, Koichiro" userId="b3848a05-443b-4434-8fa5-7398ca0c03c9" providerId="ADAL" clId="{FBA1C96C-8A32-4A2B-8398-1B64F129BE51}" dt="2024-07-12T02:55:22.322" v="4" actId="478"/>
          <ac:spMkLst>
            <pc:docMk/>
            <pc:sldMk cId="1607300711" sldId="2147480840"/>
            <ac:spMk id="3" creationId="{E3D1267C-2426-816B-4A76-C1E6C607513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9.650" v="2" actId="478"/>
        <pc:sldMkLst>
          <pc:docMk/>
          <pc:sldMk cId="489336897" sldId="2147480841"/>
        </pc:sldMkLst>
        <pc:spChg chg="del">
          <ac:chgData name="Takeuchi, Koichiro" userId="b3848a05-443b-4434-8fa5-7398ca0c03c9" providerId="ADAL" clId="{FBA1C96C-8A32-4A2B-8398-1B64F129BE51}" dt="2024-07-12T02:55:19.650" v="2" actId="478"/>
          <ac:spMkLst>
            <pc:docMk/>
            <pc:sldMk cId="489336897" sldId="2147480841"/>
            <ac:spMk id="6" creationId="{90EE92DB-DBB3-C63E-C631-8747CA2DC46E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0.566" v="3" actId="478"/>
        <pc:sldMkLst>
          <pc:docMk/>
          <pc:sldMk cId="403272463" sldId="2147480842"/>
        </pc:sldMkLst>
        <pc:spChg chg="del">
          <ac:chgData name="Takeuchi, Koichiro" userId="b3848a05-443b-4434-8fa5-7398ca0c03c9" providerId="ADAL" clId="{FBA1C96C-8A32-4A2B-8398-1B64F129BE51}" dt="2024-07-12T02:55:20.566" v="3" actId="478"/>
          <ac:spMkLst>
            <pc:docMk/>
            <pc:sldMk cId="403272463" sldId="2147480842"/>
            <ac:spMk id="6" creationId="{90EE92DB-DBB3-C63E-C631-8747CA2DC46E}"/>
          </ac:spMkLst>
        </pc:spChg>
      </pc:sldChg>
    </pc:docChg>
  </pc:docChgLst>
  <pc:docChgLst>
    <pc:chgData name="Okamura, Ryo" userId="18831572-7aab-4b12-89e3-a5e58af7a83e" providerId="ADAL" clId="{00786286-401E-4FD1-BD85-040950DC1534}"/>
    <pc:docChg chg="undo custSel addSld delSld modSld sldOrd modSection">
      <pc:chgData name="Okamura, Ryo" userId="18831572-7aab-4b12-89e3-a5e58af7a83e" providerId="ADAL" clId="{00786286-401E-4FD1-BD85-040950DC1534}" dt="2024-02-09T06:55:01.157" v="1127" actId="255"/>
      <pc:docMkLst>
        <pc:docMk/>
      </pc:docMkLst>
      <pc:sldChg chg="modSp mod ord">
        <pc:chgData name="Okamura, Ryo" userId="18831572-7aab-4b12-89e3-a5e58af7a83e" providerId="ADAL" clId="{00786286-401E-4FD1-BD85-040950DC1534}" dt="2024-02-09T06:52:56.650" v="1109" actId="20577"/>
        <pc:sldMkLst>
          <pc:docMk/>
          <pc:sldMk cId="684610595" sldId="2147468582"/>
        </pc:sldMkLst>
        <pc:spChg chg="mod">
          <ac:chgData name="Okamura, Ryo" userId="18831572-7aab-4b12-89e3-a5e58af7a83e" providerId="ADAL" clId="{00786286-401E-4FD1-BD85-040950DC1534}" dt="2024-02-09T06:52:56.650" v="1109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Okamura, Ryo" userId="18831572-7aab-4b12-89e3-a5e58af7a83e" providerId="ADAL" clId="{00786286-401E-4FD1-BD85-040950DC1534}" dt="2024-02-09T06:53:18.141" v="1120" actId="6549"/>
        <pc:sldMkLst>
          <pc:docMk/>
          <pc:sldMk cId="1060982302" sldId="2147468617"/>
        </pc:sldMkLst>
        <pc:spChg chg="mod">
          <ac:chgData name="Okamura, Ryo" userId="18831572-7aab-4b12-89e3-a5e58af7a83e" providerId="ADAL" clId="{00786286-401E-4FD1-BD85-040950DC1534}" dt="2024-02-09T06:53:18.141" v="1120" actId="6549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Okamura, Ryo" userId="18831572-7aab-4b12-89e3-a5e58af7a83e" providerId="ADAL" clId="{00786286-401E-4FD1-BD85-040950DC1534}" dt="2024-02-09T06:37:31.550" v="1025" actId="20577"/>
        <pc:sldMkLst>
          <pc:docMk/>
          <pc:sldMk cId="1817067240" sldId="2147468619"/>
        </pc:sldMkLst>
        <pc:spChg chg="mod">
          <ac:chgData name="Okamura, Ryo" userId="18831572-7aab-4b12-89e3-a5e58af7a83e" providerId="ADAL" clId="{00786286-401E-4FD1-BD85-040950DC1534}" dt="2024-02-09T06:37:31.550" v="1025" actId="20577"/>
          <ac:spMkLst>
            <pc:docMk/>
            <pc:sldMk cId="1817067240" sldId="2147468619"/>
            <ac:spMk id="2" creationId="{2D1A062F-4EA6-F899-120C-FFE0FAA12AF5}"/>
          </ac:spMkLst>
        </pc:spChg>
      </pc:sldChg>
      <pc:sldChg chg="modSp">
        <pc:chgData name="Okamura, Ryo" userId="18831572-7aab-4b12-89e3-a5e58af7a83e" providerId="ADAL" clId="{00786286-401E-4FD1-BD85-040950DC1534}" dt="2024-02-08T00:05:26.815" v="693" actId="1035"/>
        <pc:sldMkLst>
          <pc:docMk/>
          <pc:sldMk cId="981886088" sldId="2147468620"/>
        </pc:sldMkLst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" creationId="{A3E44F4C-3BE2-A13F-B596-DA79F795B78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0" creationId="{7FA34171-F4A5-4DF7-A9EA-AE3DDADA112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1" creationId="{C1DCBBD1-BDB1-547C-BCA3-FD6ACF48713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2" creationId="{DEF05991-462F-1FC7-34A1-79CEA63E043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3" creationId="{21CD1CCE-A76E-6652-F155-AE178C3B6AB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4" creationId="{FDB7A055-C26D-724B-2F56-B8B1086BD57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5" creationId="{0005C401-A0FF-D6AC-16C3-657247C05C58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6" creationId="{95EA701D-8F78-5A5B-8185-E46436FBD21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7" creationId="{E0CD1692-F91E-D902-FE91-C3A4B546E4B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1" creationId="{E868A0FB-A728-0A8E-1CBA-BC26FF3EAEF6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2" creationId="{266A0FE5-1CB2-BAC0-A98E-332C296A054E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3" creationId="{B33FC0D1-2ACA-C7D2-2B47-57A84FDB571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8" creationId="{274AC0CA-D8C9-5A85-1026-490F40FFBE8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9" creationId="{3A363963-4265-85A0-9052-58C2589F750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5" creationId="{D26ED28C-F082-26EF-E1AC-0658C4553B9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6" creationId="{07E36E76-C91D-B254-4F53-BACDC68024C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7" creationId="{7F0BA823-D77A-E7E8-EED7-43CF1B00159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8" creationId="{DCAF4A68-40B6-0744-ACAB-4FEACA735FF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9" creationId="{31124FCA-6CFB-E2DE-6AA1-D504688BED4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0" creationId="{32025390-20B9-66D7-03C2-F076A210F1A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1" creationId="{2B6921AC-4388-57A2-87E3-F8041A0BCF4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2" creationId="{65A8853B-6760-56E6-D4D4-86042C0D2BD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3" creationId="{23AA6F25-E205-EC3A-F2CE-0C8C6CCAEAE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4" creationId="{BD24F8B6-DC74-5166-20F5-B1D8269B476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5" creationId="{A6C205EA-89FF-6A82-A20E-35EE152C2F2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6" creationId="{B55AB79F-2868-F0C3-7209-ACB70FFE8F6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7" creationId="{74CF6CF8-5638-DF12-61A3-E470EB287FA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8" creationId="{7C66F8B2-47D8-F3F6-86D1-6A9281E4CB8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9" creationId="{2D267047-F199-C8DC-245A-ACFF94F0C0C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0" creationId="{00D4CC00-1EFF-F208-AD22-FF1ED32F54A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5" creationId="{11696C15-7130-D102-163F-B04C8A8A0BD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6" creationId="{49980B75-A01D-C08F-3A72-3630F7E0F3F9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7" creationId="{16E24E77-8B2B-3A68-6ADC-FD08CE5D09C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8" creationId="{CA8E626D-2217-C454-3FE9-58E15EFC802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9" creationId="{CEFE9081-8253-80C8-65AC-92EDE40B2E5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0" creationId="{DBE4CC8E-1B4E-B7D5-4148-5D4CB22E567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1" creationId="{DF69693A-60B3-EBED-EC85-2B344D227FF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2" creationId="{51E777F9-B93C-8813-FF0E-28DDC997F64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3" creationId="{7B68A16F-D22A-DA94-AB60-9D6E42AAF8F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4" creationId="{F0C75F51-C8C9-5BB2-3FE9-68FFB09260E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5" creationId="{5F006709-6A39-31F1-ABF5-67F31E6CA8E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6" creationId="{40BEDF83-68C7-E118-C720-E56E94FF53E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1" creationId="{1DC4736D-E80A-3965-DA50-DC4FE1CC8A6D}"/>
          </ac:spMkLst>
        </pc:s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0" creationId="{2F394EAB-1F82-B9E8-C325-2D7B2B82663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1" creationId="{BB6768FB-E8BB-5EA4-6118-7A0EC4BC05E6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2" creationId="{9561AC42-411D-B188-50FC-3DDCAE5E27D1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3" creationId="{A857557E-ECB5-6EDB-9C8D-8A71DEB01782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4" creationId="{7A921858-A5D4-69AD-A9B7-18B5181D2409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1" creationId="{EE0E78E6-D25D-5998-6949-DDBE1D92A55C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2" creationId="{650E013B-3DED-48E9-B70F-89B0FFB6E9B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3" creationId="{1527A379-7C35-2ABE-C82B-87150EE36583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4" creationId="{FBB6369F-55E6-6548-E204-8890065252AF}"/>
          </ac:grpSpMkLst>
        </pc:grp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4" creationId="{7A720925-8AC9-0EFD-569D-151EC8DB5A59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5" creationId="{10E2E051-6EBB-DC47-5802-246DD7538EE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6" creationId="{0E484457-48A9-5765-46EB-22446F53BD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7" creationId="{06F33DDA-1034-80B8-6FBA-4347B7CFDE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8" creationId="{A1830BDB-4C53-9454-30A9-08826A01448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9" creationId="{4E0B93E3-E2B9-AF31-7CFD-AC874EEA2D6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0" creationId="{AA228DC3-5FED-887A-66E9-9985F7C7D6A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1" creationId="{C92A292E-B15C-129E-C839-44302694A7C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2" creationId="{38560E5A-839A-4559-1082-4B6503AA581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3" creationId="{C8AE6E5F-41B9-1FA2-D53E-2F8C26ABBD4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4" creationId="{04D4645A-732D-465F-47EE-A24A55F93FE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5" creationId="{24640B2A-FF93-BFE4-D03A-628CE512B86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6" creationId="{1F43690B-8586-1E46-2C11-4848A4E7AE4E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7" creationId="{CC337F8C-3B88-5D42-9C41-E9B17FF935E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8" creationId="{FDD33F49-02B6-1730-0B5D-1172DA821C4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9" creationId="{0F980A19-F243-A6CE-5940-2041DE578186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0" creationId="{82E95DB1-135E-EC0A-250B-04E5CF5521F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1" creationId="{CC88354E-E57C-E25D-552D-DFAB5F70A92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2" creationId="{EA698519-CE1A-8F11-A568-418FC0BA13C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3" creationId="{1DEFFBE2-AFCD-9F31-A9CC-3AB04977DFD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4" creationId="{3A235A4D-1631-94EA-B197-EEECD85F9F3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5" creationId="{021EB9C9-5B43-F30E-614F-57A3A72CCE9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6" creationId="{712B2279-0EDC-9B61-19F9-1EA87068333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7" creationId="{8ED28F88-EAF6-2E56-3815-92FF36146FA3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7" creationId="{96612564-2DC8-0D66-E1D7-BA9FA81ABF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8" creationId="{8747C78E-D84D-ACE3-2544-13BC3427788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9" creationId="{AFCE0269-3F68-9E59-91E4-1F7CCA9C55D7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0" creationId="{ECBF8312-019E-423C-84CF-0BE36E6C422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2" creationId="{BAE5CBE6-F31F-D5D8-363B-DBDE01D9CE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3" creationId="{2530E33A-C515-56B0-1F09-071B435412B2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4" creationId="{30EE0284-1847-4CB3-D3BA-1CA8110C27ED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5" creationId="{F0F8EF8B-224C-F3A9-C920-109E5313EEC5}"/>
          </ac:picMkLst>
        </pc:pic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8" creationId="{351A05F6-F776-9BF3-D5C5-603E408C88B2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9" creationId="{EEC9E81C-C0F0-E1E4-E112-B109508F50EE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20" creationId="{C2B66CE8-6272-E806-CD0C-FDB2FE747864}"/>
          </ac:cxnSpMkLst>
        </pc:cxnChg>
      </pc:sldChg>
      <pc:sldChg chg="addSp delSp modSp mod ord">
        <pc:chgData name="Okamura, Ryo" userId="18831572-7aab-4b12-89e3-a5e58af7a83e" providerId="ADAL" clId="{00786286-401E-4FD1-BD85-040950DC1534}" dt="2024-02-08T00:39:36.438" v="773" actId="20577"/>
        <pc:sldMkLst>
          <pc:docMk/>
          <pc:sldMk cId="82363970" sldId="2147468621"/>
        </pc:sldMkLst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" creationId="{28980B1B-9E8F-0CB3-3DF8-C9F848F66DAD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" creationId="{03E32179-D6D5-E275-5B6B-DA8BA9F5486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" creationId="{B996407A-188C-45FE-5B1D-7227CE5D32D3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3:03.951" v="325"/>
          <ac:spMkLst>
            <pc:docMk/>
            <pc:sldMk cId="82363970" sldId="2147468621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7T23:42:47.179" v="322" actId="20577"/>
          <ac:spMkLst>
            <pc:docMk/>
            <pc:sldMk cId="82363970" sldId="2147468621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36.438" v="773" actId="20577"/>
          <ac:spMkLst>
            <pc:docMk/>
            <pc:sldMk cId="82363970" sldId="2147468621"/>
            <ac:spMk id="13" creationId="{69BF46B3-BD2C-626F-99BA-C7A327CA079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5" creationId="{EE994CE2-3045-97F8-B3C6-903EDD3ED7E6}"/>
          </ac:spMkLst>
        </pc:spChg>
        <pc:spChg chg="add mod">
          <ac:chgData name="Okamura, Ryo" userId="18831572-7aab-4b12-89e3-a5e58af7a83e" providerId="ADAL" clId="{00786286-401E-4FD1-BD85-040950DC1534}" dt="2024-02-07T23:44:50.963" v="564" actId="207"/>
          <ac:spMkLst>
            <pc:docMk/>
            <pc:sldMk cId="82363970" sldId="2147468621"/>
            <ac:spMk id="16" creationId="{99C6E0AF-F6A3-0F1F-1417-6A2B77FBD971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7" creationId="{4756CFC6-82FC-6289-E865-B8788C8D754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8" creationId="{2E89C616-08CC-8C67-A618-42DE0DE3C03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9" creationId="{855A6689-D75E-018A-CF66-786B88300D2F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0" creationId="{6FC7C405-61AB-D8E0-93BC-9402ABF6DBAB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1" creationId="{6CC5DD1B-B853-F5C0-FF42-A4C974B51D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3" creationId="{8E6E6B52-DF3C-CDDD-2A9B-A6D6B48DB4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4" creationId="{9A3AD08B-4B0C-82FA-5B75-1C61470EF7B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5" creationId="{7443CAC6-550E-EBA0-2B02-3DA021AA776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6" creationId="{7D5291A9-B8B5-D4A0-62D4-F20A41352D0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7" creationId="{D6305E27-7741-23D6-7EF7-364C599051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8" creationId="{1054B237-C2CE-7604-7550-D01ECC8FD71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9" creationId="{AF26B9C0-9D5C-07B9-8BC1-260A74C777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0" creationId="{39AD4737-8DE2-301C-EC83-6534327BD42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1" creationId="{3B5D6FA1-38B6-D8A7-0499-2D0E9A2567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2" creationId="{0D649780-563F-CC5D-30B8-3F267B5F2E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3" creationId="{2AE11E55-E813-A8AE-CFBF-8DA4F079277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4" creationId="{9D9CCDF2-AE82-BAE0-745D-BD25F8EB80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5" creationId="{1F7DBDD4-E35B-1ACB-624B-6C67EC76986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6" creationId="{9AB4A22A-CE89-C35C-D0B1-C2658DEB00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7" creationId="{D49B86E5-8B6A-C5AC-459A-F5B20857A7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8" creationId="{FF17855E-2DAE-3C4F-E834-1670540F86B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9" creationId="{0AF8C326-CAFC-7529-E1C5-7DAA0F9CFDA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1" creationId="{CC46ADAC-E455-08AC-52EA-390C367F4E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2" creationId="{CAC5A9B6-9DC0-C582-CD1A-1EFEAB82DE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3" creationId="{0ED67893-17B2-4C43-B978-3D9144DABCA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4" creationId="{7F8F5F7E-14D3-AA84-BB64-8A80D5E2441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5" creationId="{110D9AAC-3A3D-4C72-32A6-98FFFF79173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6" creationId="{FE9CCD82-61AF-B460-14BE-6AAF15661B6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7" creationId="{6DC94873-B393-470D-5DFF-3BFDA12FBDC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8" creationId="{2B7534DB-8BAA-5B56-3C6B-C183FB24183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9" creationId="{36BC064B-7E2C-31C2-84C1-8C802F2F66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0" creationId="{779C3BF1-33F6-5DC1-F211-A43B639ECD2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1" creationId="{72413532-46B4-ADDD-7BAA-742B179DBFD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2" creationId="{A8CA5EF9-D536-99E0-4630-92624BFAB23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4" creationId="{5122EDB5-60A0-4D32-4205-7E5E6E4BD4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5" creationId="{D64BD469-6ED3-9303-C497-796BF3AF2AF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6" creationId="{0A4550A2-29ED-3C9B-10BD-9A236F84FF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7" creationId="{D4B9276B-14C3-EDC2-4EE3-BD49C75DDE0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8" creationId="{7F93AD58-DA45-0F09-F253-E0CDCA5B9B8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9" creationId="{B0B7E877-451E-C098-7A2A-5AF8CB00325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0" creationId="{1AB98C88-ABE2-62E6-843B-EEA12FE7116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1" creationId="{57DC6580-1C32-8FD5-A1D8-30CCB4BF1C7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2" creationId="{E08A19C2-1785-817D-DC4E-B40AD3E2CEF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3" creationId="{B8E8A720-9A20-FFB8-FBC8-0EB3AFA5BD8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4" creationId="{0A122B94-6D4D-83CC-1791-3B1DCD3A13E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5" creationId="{90BAB80D-9A4E-C5C1-F804-661D6798411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6" creationId="{13232094-092A-3083-0603-08468C8DD3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7" creationId="{70F30D8C-06F4-EC6C-6D29-BDBA4EFC650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8" creationId="{E1C1759C-22ED-A26D-ACE4-4A581A91FCB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9" creationId="{4AAC3942-C40C-CE21-4DD3-E75DDDCB1C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0" creationId="{4C458A2E-2F14-7E49-6380-A295ADD6417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1" creationId="{02E7D72B-2392-0C8F-7779-FEEC40A1DF0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2" creationId="{32A8DB65-B41A-DF2C-E5F7-B5E0DB58E63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3" creationId="{EE25B573-A943-AA0A-C339-F38A20EE7E3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4" creationId="{B8F41ABE-15A8-1F72-8153-EDA58D859F9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6" creationId="{A12285FA-BADE-FE4D-4654-CE8F686528E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7" creationId="{169A8744-50BA-DAB8-FC22-60822ABF243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8" creationId="{5A85F08E-E372-6089-31A2-F5AB1E46840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9" creationId="{C75DA0B0-B7A4-4032-D985-18A95F2335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0" creationId="{DA719B96-02FB-9FC4-D704-8560F1321CF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1" creationId="{26288946-E6CA-A934-B1D9-521526C58AF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2" creationId="{13DE8A55-F190-3799-DF46-A949C4707E4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3" creationId="{E606438E-7362-EB73-D435-BE2FFA392A7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4" creationId="{360F8083-EF8A-37F9-06D0-D45D224C0B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5" creationId="{16EDD7AC-24E9-E848-20FF-464BE8BB6A8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6" creationId="{A85230FF-2CF0-7676-026F-628D967A368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7" creationId="{97EEE225-CE96-AB8C-63C1-E432A69AD46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9" creationId="{39D112F8-8F0A-4BD3-D816-1B170519A39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0" creationId="{D890F4CA-25FA-E2D7-34FD-2FBF9C20BF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1" creationId="{68701DD0-61F9-6DD1-DCAE-E2BD56B6CF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2" creationId="{4B086FDF-89AE-6F5A-DABA-F2F5E5CA1BA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3" creationId="{42545E70-003C-089F-4307-0D403ADA50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4" creationId="{1FBB526F-C932-615D-81BC-D831E93B1AA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5" creationId="{514599F4-DCD1-B5BC-F0B6-E22EC0B89B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6" creationId="{99F24B4B-6634-4CC6-F42F-F1D87251318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7" creationId="{B902E891-52F5-485F-B257-01BF5FB9C30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8" creationId="{2D642898-1278-6BB3-334F-5422BCFA370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1" creationId="{59C82BFB-F0E3-0723-E2AC-5032E2BD0BB5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2" creationId="{DF15EAAF-5EF8-D07E-8C11-C856890F73E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3" creationId="{4009074D-91D1-5C0F-28D3-74C58BDC5BEC}"/>
          </ac:spMkLst>
        </pc:s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22" creationId="{92DCCC59-8FF5-5ADE-FAEF-A08DE90B2030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40" creationId="{F3765E75-6C01-5DE7-DF58-B3CAA1584C15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53" creationId="{7C8ED706-9E22-5341-01E7-1B4683927BB4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75" creationId="{F64483E1-2E3D-51D3-9B51-18C561A0439F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88" creationId="{731C9CFB-F72B-FBB4-EFE0-FC8D0AFA62A8}"/>
          </ac:grpSpMkLst>
        </pc:grpChg>
        <pc:picChg chg="del">
          <ac:chgData name="Okamura, Ryo" userId="18831572-7aab-4b12-89e3-a5e58af7a83e" providerId="ADAL" clId="{00786286-401E-4FD1-BD85-040950DC1534}" dt="2024-02-07T23:42:28.989" v="319" actId="478"/>
          <ac:picMkLst>
            <pc:docMk/>
            <pc:sldMk cId="82363970" sldId="2147468621"/>
            <ac:picMk id="14" creationId="{DBE2FF3D-539C-92E8-BCF9-DDE1A6FF3BDC}"/>
          </ac:picMkLst>
        </pc:pic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3" creationId="{2D33F55E-21D3-D397-6520-32859440EDB3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4" creationId="{A04A54C4-E9A6-C388-07BB-2A7A9D885666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7" creationId="{EF87294F-5BF7-ECE6-A542-5A76ECED84B0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99" creationId="{B29C70D0-E7BA-5EBA-74E7-4CCD0E361564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100" creationId="{06F2D8AB-37A9-CE45-B56D-3DED6D4C3025}"/>
          </ac:cxnSpMkLst>
        </pc:cxnChg>
      </pc:sldChg>
      <pc:sldChg chg="modSp mod ord">
        <pc:chgData name="Okamura, Ryo" userId="18831572-7aab-4b12-89e3-a5e58af7a83e" providerId="ADAL" clId="{00786286-401E-4FD1-BD85-040950DC1534}" dt="2024-02-08T00:38:22.521" v="761" actId="20577"/>
        <pc:sldMkLst>
          <pc:docMk/>
          <pc:sldMk cId="4237770355" sldId="2147468622"/>
        </pc:sldMkLst>
        <pc:spChg chg="mod">
          <ac:chgData name="Okamura, Ryo" userId="18831572-7aab-4b12-89e3-a5e58af7a83e" providerId="ADAL" clId="{00786286-401E-4FD1-BD85-040950DC1534}" dt="2024-02-08T00:38:22.521" v="761" actId="20577"/>
          <ac:spMkLst>
            <pc:docMk/>
            <pc:sldMk cId="4237770355" sldId="2147468622"/>
            <ac:spMk id="9" creationId="{4E05B00D-D5E8-8BAE-C423-5F607E82C02A}"/>
          </ac:spMkLst>
        </pc:spChg>
      </pc:sldChg>
      <pc:sldChg chg="del">
        <pc:chgData name="Okamura, Ryo" userId="18831572-7aab-4b12-89e3-a5e58af7a83e" providerId="ADAL" clId="{00786286-401E-4FD1-BD85-040950DC1534}" dt="2024-02-07T23:26:18.904" v="263" actId="47"/>
        <pc:sldMkLst>
          <pc:docMk/>
          <pc:sldMk cId="1628512519" sldId="2147468623"/>
        </pc:sldMkLst>
      </pc:sldChg>
      <pc:sldChg chg="modSp mod">
        <pc:chgData name="Okamura, Ryo" userId="18831572-7aab-4b12-89e3-a5e58af7a83e" providerId="ADAL" clId="{00786286-401E-4FD1-BD85-040950DC1534}" dt="2024-02-09T06:45:01.906" v="1069" actId="20577"/>
        <pc:sldMkLst>
          <pc:docMk/>
          <pc:sldMk cId="1384116281" sldId="2147468624"/>
        </pc:sldMkLst>
        <pc:spChg chg="mod">
          <ac:chgData name="Okamura, Ryo" userId="18831572-7aab-4b12-89e3-a5e58af7a83e" providerId="ADAL" clId="{00786286-401E-4FD1-BD85-040950DC1534}" dt="2024-02-09T06:45:01.906" v="1069" actId="20577"/>
          <ac:spMkLst>
            <pc:docMk/>
            <pc:sldMk cId="1384116281" sldId="2147468624"/>
            <ac:spMk id="9" creationId="{979A23DC-13B7-1AAC-9947-7B49E03F9F73}"/>
          </ac:spMkLst>
        </pc:spChg>
      </pc:sldChg>
      <pc:sldChg chg="modSp mod">
        <pc:chgData name="Okamura, Ryo" userId="18831572-7aab-4b12-89e3-a5e58af7a83e" providerId="ADAL" clId="{00786286-401E-4FD1-BD85-040950DC1534}" dt="2024-02-08T00:10:37.081" v="695" actId="1035"/>
        <pc:sldMkLst>
          <pc:docMk/>
          <pc:sldMk cId="3623702813" sldId="2147468626"/>
        </pc:sldMkLst>
        <pc:spChg chg="mod">
          <ac:chgData name="Okamura, Ryo" userId="18831572-7aab-4b12-89e3-a5e58af7a83e" providerId="ADAL" clId="{00786286-401E-4FD1-BD85-040950DC1534}" dt="2024-02-08T00:10:37.081" v="695" actId="1035"/>
          <ac:spMkLst>
            <pc:docMk/>
            <pc:sldMk cId="3623702813" sldId="2147468626"/>
            <ac:spMk id="48" creationId="{0EBD9D0A-83B2-323A-1FE1-2D477E368712}"/>
          </ac:spMkLst>
        </pc:spChg>
        <pc:cxnChg chg="mod">
          <ac:chgData name="Okamura, Ryo" userId="18831572-7aab-4b12-89e3-a5e58af7a83e" providerId="ADAL" clId="{00786286-401E-4FD1-BD85-040950DC1534}" dt="2024-02-08T00:10:37.081" v="695" actId="1035"/>
          <ac:cxnSpMkLst>
            <pc:docMk/>
            <pc:sldMk cId="3623702813" sldId="2147468626"/>
            <ac:cxnSpMk id="49" creationId="{EB0D8779-095D-64BC-8E5E-C3B7CED3138F}"/>
          </ac:cxnSpMkLst>
        </pc:cxnChg>
      </pc:sldChg>
      <pc:sldChg chg="modSp mod">
        <pc:chgData name="Okamura, Ryo" userId="18831572-7aab-4b12-89e3-a5e58af7a83e" providerId="ADAL" clId="{00786286-401E-4FD1-BD85-040950DC1534}" dt="2024-02-09T06:46:08.524" v="1080" actId="20577"/>
        <pc:sldMkLst>
          <pc:docMk/>
          <pc:sldMk cId="2852462527" sldId="2147468627"/>
        </pc:sldMkLst>
        <pc:spChg chg="mod">
          <ac:chgData name="Okamura, Ryo" userId="18831572-7aab-4b12-89e3-a5e58af7a83e" providerId="ADAL" clId="{00786286-401E-4FD1-BD85-040950DC1534}" dt="2024-02-09T06:46:03.789" v="1079" actId="20577"/>
          <ac:spMkLst>
            <pc:docMk/>
            <pc:sldMk cId="2852462527" sldId="2147468627"/>
            <ac:spMk id="8" creationId="{923B84C9-CCFA-4CEF-D98C-E351F927DA5E}"/>
          </ac:spMkLst>
        </pc:spChg>
        <pc:spChg chg="mod">
          <ac:chgData name="Okamura, Ryo" userId="18831572-7aab-4b12-89e3-a5e58af7a83e" providerId="ADAL" clId="{00786286-401E-4FD1-BD85-040950DC1534}" dt="2024-02-09T06:46:08.524" v="1080" actId="20577"/>
          <ac:spMkLst>
            <pc:docMk/>
            <pc:sldMk cId="2852462527" sldId="2147468627"/>
            <ac:spMk id="18" creationId="{5AEA82A0-375D-E255-3E36-2D9E28F1CCB4}"/>
          </ac:spMkLst>
        </pc:spChg>
      </pc:sldChg>
      <pc:sldChg chg="modSp mod">
        <pc:chgData name="Okamura, Ryo" userId="18831572-7aab-4b12-89e3-a5e58af7a83e" providerId="ADAL" clId="{00786286-401E-4FD1-BD85-040950DC1534}" dt="2024-02-09T06:46:32.095" v="1081" actId="20577"/>
        <pc:sldMkLst>
          <pc:docMk/>
          <pc:sldMk cId="2407511374" sldId="2147468628"/>
        </pc:sldMkLst>
        <pc:spChg chg="mod">
          <ac:chgData name="Okamura, Ryo" userId="18831572-7aab-4b12-89e3-a5e58af7a83e" providerId="ADAL" clId="{00786286-401E-4FD1-BD85-040950DC1534}" dt="2024-02-09T06:46:32.095" v="1081" actId="20577"/>
          <ac:spMkLst>
            <pc:docMk/>
            <pc:sldMk cId="2407511374" sldId="2147468628"/>
            <ac:spMk id="8" creationId="{4D315225-6D58-BD86-C4B4-7FC74E9C6DFB}"/>
          </ac:spMkLst>
        </pc:spChg>
      </pc:sldChg>
      <pc:sldChg chg="del">
        <pc:chgData name="Okamura, Ryo" userId="18831572-7aab-4b12-89e3-a5e58af7a83e" providerId="ADAL" clId="{00786286-401E-4FD1-BD85-040950DC1534}" dt="2024-02-07T23:27:13.324" v="277" actId="47"/>
        <pc:sldMkLst>
          <pc:docMk/>
          <pc:sldMk cId="1508758485" sldId="2147468636"/>
        </pc:sldMkLst>
      </pc:sldChg>
      <pc:sldChg chg="addSp delSp modSp del mod">
        <pc:chgData name="Okamura, Ryo" userId="18831572-7aab-4b12-89e3-a5e58af7a83e" providerId="ADAL" clId="{00786286-401E-4FD1-BD85-040950DC1534}" dt="2024-02-08T00:40:14.970" v="783" actId="47"/>
        <pc:sldMkLst>
          <pc:docMk/>
          <pc:sldMk cId="3382960888" sldId="2147468638"/>
        </pc:sldMkLst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" creationId="{CA862172-2994-EB04-BAD9-3085949AD362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4" creationId="{59FB3437-9D92-D6FA-94E4-7D23AEFB5C2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8" creationId="{AD801B7A-9BAE-BBC9-8A4E-F42B9B2CA8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0" creationId="{4F7C25AA-FAF2-FB65-86EC-AE94F22BB61C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1" creationId="{F9D48E0E-3B76-E794-0449-CA9573077314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3" creationId="{9A490880-2CC6-4563-774C-957825BD21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4" creationId="{440DD4BA-6B2A-E3DA-B290-59F8F2ACDC9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5" creationId="{CAA15110-D900-D5EA-4AE5-3E0DED382EB7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6" creationId="{AC1CE635-5348-7694-1E13-74FD4747F1F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7" creationId="{8DCEE231-02FE-8463-2A27-70C25CD7C7E9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8" creationId="{E5AF39F9-9885-D981-FC38-03EAACBBFFF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9" creationId="{4692A212-AB3C-6FBC-FBF7-7E1705996D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1" creationId="{EBAC18E8-48C1-985E-BBB2-7436CDE287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2" creationId="{A10FEE83-6C1F-A8E0-6175-4C0EC1C0DD9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3" creationId="{7DF1405C-4607-55F1-3EAC-6AC06DE2F19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4" creationId="{9B34C85D-31F6-902B-E43E-FED0853AF0D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7" creationId="{8FAAF9C3-0D6B-03E1-17D0-F76F87853D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8" creationId="{317B0D1A-EFCE-37E3-BD59-DCD83C0052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9" creationId="{E9207025-79A8-C47A-CE2B-C0996B46070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0" creationId="{B0E27660-90B2-256C-FE9D-FFEA3B447C7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1" creationId="{C97C5E8F-45CC-C8B1-DE59-2BBB37F515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3" creationId="{D515B6C9-EFAD-5F72-23EA-387957F0B6BD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4" creationId="{93BF7D43-9B11-7A59-725D-42769BF7E60B}"/>
          </ac:spMkLst>
        </pc:spChg>
        <pc:spChg chg="add mod">
          <ac:chgData name="Okamura, Ryo" userId="18831572-7aab-4b12-89e3-a5e58af7a83e" providerId="ADAL" clId="{00786286-401E-4FD1-BD85-040950DC1534}" dt="2024-02-07T23:38:14.205" v="293" actId="20577"/>
          <ac:spMkLst>
            <pc:docMk/>
            <pc:sldMk cId="3382960888" sldId="2147468638"/>
            <ac:spMk id="35" creationId="{1B5F9BE6-4D39-AD99-DE99-34145ECD9617}"/>
          </ac:spMkLst>
        </pc:sp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" creationId="{FE6BA6EA-8EBE-1992-93C6-FDA5A0B44CB6}"/>
          </ac:picMkLst>
        </pc:picChg>
        <pc:picChg chg="del">
          <ac:chgData name="Okamura, Ryo" userId="18831572-7aab-4b12-89e3-a5e58af7a83e" providerId="ADAL" clId="{00786286-401E-4FD1-BD85-040950DC1534}" dt="2024-02-07T23:37:29.518" v="289" actId="478"/>
          <ac:picMkLst>
            <pc:docMk/>
            <pc:sldMk cId="3382960888" sldId="2147468638"/>
            <ac:picMk id="12" creationId="{A594AA59-755A-0828-18D6-07C74C3B0F87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0" creationId="{880FDE58-A2DA-3EF0-78CC-DCE9A9597E01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5" creationId="{0233FAE7-B14C-038F-064F-D01D8DA474FF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6" creationId="{CCF34C85-EF32-D3EC-320F-CCDC639DF53C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32" creationId="{1787409A-60D3-7EDE-1042-C0960F799480}"/>
          </ac:picMkLst>
        </pc:picChg>
      </pc:sldChg>
      <pc:sldChg chg="addSp modSp mod">
        <pc:chgData name="Okamura, Ryo" userId="18831572-7aab-4b12-89e3-a5e58af7a83e" providerId="ADAL" clId="{00786286-401E-4FD1-BD85-040950DC1534}" dt="2024-02-09T06:32:11.714" v="920" actId="2711"/>
        <pc:sldMkLst>
          <pc:docMk/>
          <pc:sldMk cId="530578480" sldId="2147468639"/>
        </pc:sldMkLst>
        <pc:spChg chg="mod">
          <ac:chgData name="Okamura, Ryo" userId="18831572-7aab-4b12-89e3-a5e58af7a83e" providerId="ADAL" clId="{00786286-401E-4FD1-BD85-040950DC1534}" dt="2024-02-09T06:31:54.047" v="919" actId="6549"/>
          <ac:spMkLst>
            <pc:docMk/>
            <pc:sldMk cId="530578480" sldId="2147468639"/>
            <ac:spMk id="2" creationId="{97129D13-0706-FA2E-E58B-BDC26B591740}"/>
          </ac:spMkLst>
        </pc:spChg>
        <pc:spChg chg="add 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3" creationId="{2453F38B-907D-466B-E3E0-A366FED57F6D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4" creationId="{B29B728D-AAF2-3CBF-D6E5-77C7D61883F4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5" creationId="{CE2A951B-2D06-6639-0FD1-A97BD1AE9E6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6" creationId="{565EE186-11D3-ECB2-0D35-2BB2D557A7B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7" creationId="{E8A14A99-DE09-4B51-0427-45F32641360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8" creationId="{7DA80826-945E-389C-3DD2-11D953860D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9" creationId="{68968367-DDF6-26A3-1C2C-4314876EEF2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0" creationId="{3AE7A94B-378F-BC9C-E8E8-B0A29F4E7B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1" creationId="{C9FA1155-9E3A-3D67-CA44-43BD55A3403F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2" creationId="{FF37CC1F-5235-83D3-511D-B2817215126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3" creationId="{B28E20B5-249D-737B-05BE-E2C14BA2D76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4" creationId="{50BD0D1A-0D5E-CDB8-4F98-DF8408CBEF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5" creationId="{3A8A85C2-ADA7-0612-203D-B2E4DA375186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8" creationId="{3EA6B889-B23A-FCB5-4CE9-A0F4A77942B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9" creationId="{133A4608-8EC8-FE00-C672-22D8DFDFC6E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1" creationId="{FC74A964-7170-8912-5B09-7AFA1A379330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2" creationId="{D756E777-02A4-1BE1-4E8A-CA2C0DCA2E5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3" creationId="{013862E3-3801-05FB-BBC4-9D15677ABAC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4" creationId="{2865077D-E191-AF5B-902E-F67CF1F6D81C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5" creationId="{C27EE9FA-427C-A3DA-6A9A-3A605C406E2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6" creationId="{7DF29D83-45E7-B129-6D09-CABA918714C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7" creationId="{A1080DAD-214E-BB38-C6E1-A900883E6EA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8" creationId="{B6795242-A43F-8C3C-FB73-E9FFB811EE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9" creationId="{48FE400E-4F2A-AE16-BA39-C8685B93CA1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0" creationId="{8BF7D9AC-BDF4-4053-44F7-6BCA68F137B3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1" creationId="{A5641140-D82C-E160-700D-DB3FC93F869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2" creationId="{30930C30-A4E2-7907-8A99-4E37BE41430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7" creationId="{D9B0769F-6D92-9EE1-6863-0D9AC15FFD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8" creationId="{EEEDA5ED-49B0-CB1E-4FD0-68F44A129E2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4" creationId="{D140267D-A759-7557-A1F7-2E946B4F9A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5" creationId="{F2862BA2-ACCA-D476-F35E-738BF51EBAA4}"/>
          </ac:spMkLst>
        </pc:spChg>
      </pc:sldChg>
      <pc:sldChg chg="modSp">
        <pc:chgData name="Okamura, Ryo" userId="18831572-7aab-4b12-89e3-a5e58af7a83e" providerId="ADAL" clId="{00786286-401E-4FD1-BD85-040950DC1534}" dt="2024-02-09T06:36:47.278" v="977" actId="1036"/>
        <pc:sldMkLst>
          <pc:docMk/>
          <pc:sldMk cId="4233624584" sldId="2147468640"/>
        </pc:sldMkLst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7" creationId="{C7BE1AAC-F023-263A-1834-28FDC881EC91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8" creationId="{0156E5C9-4D00-C64F-0E60-0388CC3B79A5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9" creationId="{9426151D-CB99-F7C3-C755-0820F497088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0" creationId="{933C57A6-0998-FE23-3F94-D96484C99F4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3" creationId="{A2E6AF42-0701-9389-3E3C-0A9E694C33C9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4" creationId="{73F6A5EA-6B9A-4ADF-052B-92B3AEF7E058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7" creationId="{36D2A5DD-BDA8-D268-1B9C-60AEB9EE59A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8" creationId="{BDC74571-539B-D68A-6A02-5A07CE69C80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2" creationId="{93B0BAA9-15C5-784C-CB86-7B942C68EC7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3" creationId="{FB515D38-3A9F-868D-4494-58F3C2ADA5CD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5" creationId="{FD397FCC-06D2-E0DC-E037-503DC5CCA496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7" creationId="{C47B27BD-77F4-B490-2C47-5D9F25E203E3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9" creationId="{2BAAAD9A-1302-9FFA-2379-E301D3725167}"/>
          </ac:spMkLst>
        </pc:s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1" creationId="{AEC8940B-0911-E305-2217-1A15EBEC39F8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5" creationId="{FB22D7B6-BD17-AB5F-0E94-7478CF560E9C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20" creationId="{91ED1CB6-AB6C-D5FB-0A68-F1B36F93DAA8}"/>
          </ac:grpSpMkLst>
        </pc:grp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2" creationId="{843D3339-D1CC-B18D-B8D6-ADDBDDEC6731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6" creationId="{43C0B435-AFC8-0658-1C37-58F070A50F3A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1" creationId="{D20A1A88-0754-A235-2831-24E9BCF5A9FB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4" creationId="{6B011DEB-10A9-10A7-8E8D-BB5C26D6A14C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6" creationId="{5CA38743-283E-D552-A90E-D2938B248C59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8" creationId="{9449CA0A-2E2E-9CDE-6A66-93E232C50B34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30" creationId="{4258A437-B512-795A-C0FC-77C4D3D9BA9C}"/>
          </ac:picMkLst>
        </pc:pic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19" creationId="{9C148305-B63B-4578-3132-D890793F61BD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1" creationId="{C35ED6AE-1E18-F235-A441-819270B69B78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2" creationId="{3D56E025-FE5F-A7BC-CA66-DECD27BD61DE}"/>
          </ac:cxnSpMkLst>
        </pc:cxnChg>
      </pc:sldChg>
      <pc:sldChg chg="modSp mod">
        <pc:chgData name="Okamura, Ryo" userId="18831572-7aab-4b12-89e3-a5e58af7a83e" providerId="ADAL" clId="{00786286-401E-4FD1-BD85-040950DC1534}" dt="2024-02-09T06:43:00.511" v="1034" actId="20577"/>
        <pc:sldMkLst>
          <pc:docMk/>
          <pc:sldMk cId="2828514638" sldId="2147468641"/>
        </pc:sldMkLst>
        <pc:spChg chg="mod">
          <ac:chgData name="Okamura, Ryo" userId="18831572-7aab-4b12-89e3-a5e58af7a83e" providerId="ADAL" clId="{00786286-401E-4FD1-BD85-040950DC1534}" dt="2024-02-09T06:43:00.511" v="1034" actId="20577"/>
          <ac:spMkLst>
            <pc:docMk/>
            <pc:sldMk cId="2828514638" sldId="2147468641"/>
            <ac:spMk id="3" creationId="{B6C91FF8-B5E0-8508-F19A-663ECBAA7097}"/>
          </ac:spMkLst>
        </pc:spChg>
      </pc:sldChg>
      <pc:sldChg chg="modSp mod ord">
        <pc:chgData name="Okamura, Ryo" userId="18831572-7aab-4b12-89e3-a5e58af7a83e" providerId="ADAL" clId="{00786286-401E-4FD1-BD85-040950DC1534}" dt="2024-02-09T06:54:56.586" v="1126" actId="255"/>
        <pc:sldMkLst>
          <pc:docMk/>
          <pc:sldMk cId="4289075547" sldId="2147468643"/>
        </pc:sldMkLst>
        <pc:spChg chg="mod">
          <ac:chgData name="Okamura, Ryo" userId="18831572-7aab-4b12-89e3-a5e58af7a83e" providerId="ADAL" clId="{00786286-401E-4FD1-BD85-040950DC1534}" dt="2024-02-09T06:54:56.586" v="1126" actId="255"/>
          <ac:spMkLst>
            <pc:docMk/>
            <pc:sldMk cId="4289075547" sldId="2147468643"/>
            <ac:spMk id="4" creationId="{97C912AE-21AA-C281-B528-C9A048910EEC}"/>
          </ac:spMkLst>
        </pc:spChg>
      </pc:sldChg>
      <pc:sldChg chg="modSp mod ord">
        <pc:chgData name="Okamura, Ryo" userId="18831572-7aab-4b12-89e3-a5e58af7a83e" providerId="ADAL" clId="{00786286-401E-4FD1-BD85-040950DC1534}" dt="2024-02-09T06:55:01.157" v="1127" actId="255"/>
        <pc:sldMkLst>
          <pc:docMk/>
          <pc:sldMk cId="4115730665" sldId="2147468645"/>
        </pc:sldMkLst>
        <pc:spChg chg="mod">
          <ac:chgData name="Okamura, Ryo" userId="18831572-7aab-4b12-89e3-a5e58af7a83e" providerId="ADAL" clId="{00786286-401E-4FD1-BD85-040950DC1534}" dt="2024-02-09T06:51:44.642" v="1105" actId="20577"/>
          <ac:spMkLst>
            <pc:docMk/>
            <pc:sldMk cId="4115730665" sldId="2147468645"/>
            <ac:spMk id="3" creationId="{D3EB4294-9EA3-65F9-6C22-87F142D224A8}"/>
          </ac:spMkLst>
        </pc:spChg>
        <pc:spChg chg="mod">
          <ac:chgData name="Okamura, Ryo" userId="18831572-7aab-4b12-89e3-a5e58af7a83e" providerId="ADAL" clId="{00786286-401E-4FD1-BD85-040950DC1534}" dt="2024-02-09T06:55:01.157" v="1127" actId="255"/>
          <ac:spMkLst>
            <pc:docMk/>
            <pc:sldMk cId="4115730665" sldId="2147468645"/>
            <ac:spMk id="4" creationId="{97C912AE-21AA-C281-B528-C9A048910EEC}"/>
          </ac:spMkLst>
        </pc:spChg>
      </pc:sldChg>
      <pc:sldChg chg="modSp mod">
        <pc:chgData name="Okamura, Ryo" userId="18831572-7aab-4b12-89e3-a5e58af7a83e" providerId="ADAL" clId="{00786286-401E-4FD1-BD85-040950DC1534}" dt="2024-02-09T06:44:02.443" v="1043" actId="1036"/>
        <pc:sldMkLst>
          <pc:docMk/>
          <pc:sldMk cId="273794443" sldId="2147468646"/>
        </pc:sldMkLst>
        <pc:spChg chg="mod">
          <ac:chgData name="Okamura, Ryo" userId="18831572-7aab-4b12-89e3-a5e58af7a83e" providerId="ADAL" clId="{00786286-401E-4FD1-BD85-040950DC1534}" dt="2024-02-09T06:31:10.365" v="880" actId="20577"/>
          <ac:spMkLst>
            <pc:docMk/>
            <pc:sldMk cId="273794443" sldId="2147468646"/>
            <ac:spMk id="3" creationId="{D3705068-9B7D-BD8E-6A40-F69311C8814E}"/>
          </ac:spMkLst>
        </pc:spChg>
        <pc:picChg chg="mod">
          <ac:chgData name="Okamura, Ryo" userId="18831572-7aab-4b12-89e3-a5e58af7a83e" providerId="ADAL" clId="{00786286-401E-4FD1-BD85-040950DC1534}" dt="2024-02-09T06:44:02.443" v="1043" actId="1036"/>
          <ac:picMkLst>
            <pc:docMk/>
            <pc:sldMk cId="273794443" sldId="2147468646"/>
            <ac:picMk id="10" creationId="{33F7A243-9085-D6A1-0812-31D569FA7958}"/>
          </ac:picMkLst>
        </pc:picChg>
      </pc:sldChg>
      <pc:sldChg chg="addSp modSp mod">
        <pc:chgData name="Okamura, Ryo" userId="18831572-7aab-4b12-89e3-a5e58af7a83e" providerId="ADAL" clId="{00786286-401E-4FD1-BD85-040950DC1534}" dt="2024-02-09T06:54:42.535" v="1125" actId="255"/>
        <pc:sldMkLst>
          <pc:docMk/>
          <pc:sldMk cId="2025993153" sldId="2147468647"/>
        </pc:sldMkLst>
        <pc:spChg chg="add mod">
          <ac:chgData name="Okamura, Ryo" userId="18831572-7aab-4b12-89e3-a5e58af7a83e" providerId="ADAL" clId="{00786286-401E-4FD1-BD85-040950DC1534}" dt="2024-02-09T06:54:42.535" v="1125" actId="255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Okamura, Ryo" userId="18831572-7aab-4b12-89e3-a5e58af7a83e" providerId="ADAL" clId="{00786286-401E-4FD1-BD85-040950DC1534}" dt="2024-02-09T04:18:58.412" v="805" actId="6549"/>
          <ac:spMkLst>
            <pc:docMk/>
            <pc:sldMk cId="2025993153" sldId="2147468647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1:09.944" v="1103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9T04:22:41.575" v="867"/>
        <pc:sldMkLst>
          <pc:docMk/>
          <pc:sldMk cId="3961304525" sldId="2147468648"/>
        </pc:sldMkLst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2" creationId="{6DC485D3-3BBF-6B24-C6E3-D6AC4117C298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" creationId="{081560EC-306B-3A4E-ECC5-74D3240ED5D1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8T01:08:13.366" v="784" actId="313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8T01:08:16.095" v="785" actId="313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17.545" v="786" actId="313"/>
          <ac:spMkLst>
            <pc:docMk/>
            <pc:sldMk cId="3961304525" sldId="2147468648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0" creationId="{D25DD7E0-F0D4-892B-7292-B9E5C782BCC5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1" creationId="{4B6FFDC2-FCD8-BFED-0A7C-669839C052F3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5" creationId="{9B4BD7B1-A314-2DCF-46EC-B8518A41FEA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6" creationId="{E3FE4664-2BDF-6E11-1116-263C4D20DE49}"/>
          </ac:spMkLst>
        </pc:spChg>
        <pc:spChg chg="add mod">
          <ac:chgData name="Okamura, Ryo" userId="18831572-7aab-4b12-89e3-a5e58af7a83e" providerId="ADAL" clId="{00786286-401E-4FD1-BD85-040950DC1534}" dt="2024-02-08T01:08:24.492" v="787" actId="313"/>
          <ac:spMkLst>
            <pc:docMk/>
            <pc:sldMk cId="3961304525" sldId="2147468648"/>
            <ac:spMk id="34" creationId="{50AF9A52-FD15-F9A8-1897-919726D5A4E6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9" creationId="{1D4B3E6A-9247-C8CD-8223-B35060E64D8F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0" creationId="{6923AFE5-5A11-8387-580E-8DE6F2A90504}"/>
          </ac:spMkLst>
        </pc:spChg>
        <pc:spChg chg="add del mod">
          <ac:chgData name="Okamura, Ryo" userId="18831572-7aab-4b12-89e3-a5e58af7a83e" providerId="ADAL" clId="{00786286-401E-4FD1-BD85-040950DC1534}" dt="2024-02-09T04:22:34.169" v="865" actId="478"/>
          <ac:spMkLst>
            <pc:docMk/>
            <pc:sldMk cId="3961304525" sldId="2147468648"/>
            <ac:spMk id="41" creationId="{E1F477FB-960D-DFDD-F4C0-4A03CEB75E36}"/>
          </ac:spMkLst>
        </pc:s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2" creationId="{CA6CEC3B-C717-07E7-2BA1-55455104D6BB}"/>
          </ac:grpSpMkLst>
        </pc:gr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7" creationId="{FAA827AD-0071-569E-832E-CE039BAF344D}"/>
          </ac:grpSpMkLst>
        </pc:grp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5" creationId="{7231EB20-A3E0-63D2-3CD8-A60E76937EB0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6" creationId="{4A0A7C61-0593-35BF-E911-9DF6C83688BE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7" creationId="{BA170A6D-CB0D-44B8-A33A-AD0A3E977FEA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8:16.099" v="1082" actId="2711"/>
        <pc:sldMkLst>
          <pc:docMk/>
          <pc:sldMk cId="1378408446" sldId="2147468649"/>
        </pc:sldMkLst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2" creationId="{6DC485D3-3BBF-6B24-C6E3-D6AC4117C298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" creationId="{081560EC-306B-3A4E-ECC5-74D3240ED5D1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7T23:14:27.952" v="237"/>
          <ac:spMkLst>
            <pc:docMk/>
            <pc:sldMk cId="1378408446" sldId="2147468649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14:37.107" v="238"/>
          <ac:spMkLst>
            <pc:docMk/>
            <pc:sldMk cId="1378408446" sldId="2147468649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5.891" v="788" actId="313"/>
          <ac:spMkLst>
            <pc:docMk/>
            <pc:sldMk cId="1378408446" sldId="2147468649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4" creationId="{26EE27E0-723B-9655-FA58-C8ABA319AA1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5" creationId="{CA8BB83D-DD0E-5E0A-106F-4EAFEE31F287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17" creationId="{06E888AB-49B4-565F-074B-078039E07FC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9" creationId="{4DFB8865-652C-6CE4-C9B9-7F74A531A739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4" creationId="{42A9C32F-8323-A0D0-6CF7-FFBE8067F9E5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26" creationId="{AF241D41-18F5-96E4-B16B-44A16D519D9F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8" creationId="{0DF7B6DE-2544-0DED-1AB0-BC2313DDB368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31" creationId="{5E0ECE34-7ADF-F241-1489-0BFB654A18B7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4" creationId="{50AF9A52-FD15-F9A8-1897-919726D5A4E6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9" creationId="{1D4B3E6A-9247-C8CD-8223-B35060E64D8F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0" creationId="{6923AFE5-5A11-8387-580E-8DE6F2A90504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1" creationId="{E1F477FB-960D-DFDD-F4C0-4A03CEB75E3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3" creationId="{EB6CEFA0-1F40-D77F-2D0B-0911DCCFC8C8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8" creationId="{65D88FC5-9557-BEE0-53FE-19276F80110F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9" creationId="{FDAA6DD3-F3FD-FDEE-E45B-233FF5B0958A}"/>
          </ac:spMkLst>
        </pc:s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16" creationId="{B20988B5-97BF-36CB-6CFF-3747CCECFB3A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3" creationId="{7E4A8118-0F10-CF77-59D0-717D219E17B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7" creationId="{08BFCF94-4ADF-DCF7-C6FD-CEECD61BCBD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44" creationId="{C57A0AF8-5ECE-4486-C227-6F5F2146049C}"/>
          </ac:grpSpMkLst>
        </pc:grp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0" creationId="{3EFB83C1-EB83-F5A1-324C-BB9BF597DAA1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1" creationId="{B115EC28-F4E5-2395-4443-0738F78B2D0A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2" creationId="{5E7FFA51-8A6F-4C24-3253-2E9583F87F09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3" creationId="{6B057E63-8DD2-E489-DFBB-D01DAD5BCE90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33" creationId="{49207CD7-585A-8749-5E68-7D6A9D4383FB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5" creationId="{89AB798C-98FF-02CA-97E9-0DD28E70D02C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6" creationId="{96B5CAE7-E125-9FE4-C189-86BC156D804E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7" creationId="{B2680684-9360-2893-D2B6-E67CEE89F9FB}"/>
          </ac:picMkLst>
        </pc:pic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18" creationId="{82FB0F41-A7B5-6383-1AF1-86B7C740D825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0" creationId="{A1CB71B6-4360-1E47-595C-254CB9ED9FB2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1" creationId="{38253AE3-E52F-4D16-0F46-AA1F29AD857D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2" creationId="{6018F039-8B20-3DB3-B8B1-0F39DCFD5A2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5" creationId="{0F9F0842-E24D-E9B4-F17F-C1988AF6F96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9" creationId="{73EBAA8F-B26E-74C3-7DE9-9C6584953CE2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32" creationId="{B75A4682-E505-C179-101E-3354CFEB8CF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5" creationId="{7231EB20-A3E0-63D2-3CD8-A60E76937EB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6" creationId="{4A0A7C61-0593-35BF-E911-9DF6C83688BE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7" creationId="{BA170A6D-CB0D-44B8-A33A-AD0A3E977FEA}"/>
          </ac:cxnSpMkLst>
        </pc:cxnChg>
        <pc:cxnChg chg="del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8" creationId="{95CA3279-0F47-74BE-1321-B3D2E31F4220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42" creationId="{C6446626-9280-26A4-1977-2FBFF498F571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9:59.269" v="1099" actId="20577"/>
        <pc:sldMkLst>
          <pc:docMk/>
          <pc:sldMk cId="2383594870" sldId="2147468650"/>
        </pc:sldMkLst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2" creationId="{7670F92A-991D-E98D-6665-9C6C56E9D07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" creationId="{1D5D9D28-FE09-B74B-FB32-E6B330BD1D49}"/>
          </ac:spMkLst>
        </pc:spChg>
        <pc:spChg chg="mod">
          <ac:chgData name="Okamura, Ryo" userId="18831572-7aab-4b12-89e3-a5e58af7a83e" providerId="ADAL" clId="{00786286-401E-4FD1-BD85-040950DC1534}" dt="2024-02-07T23:15:15.049" v="246"/>
          <ac:spMkLst>
            <pc:docMk/>
            <pc:sldMk cId="2383594870" sldId="2147468650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49:59.269" v="1099" actId="20577"/>
          <ac:spMkLst>
            <pc:docMk/>
            <pc:sldMk cId="2383594870" sldId="2147468650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6.652" v="789" actId="313"/>
          <ac:spMkLst>
            <pc:docMk/>
            <pc:sldMk cId="2383594870" sldId="2147468650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4" creationId="{26EE27E0-723B-9655-FA58-C8ABA319AA1A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5" creationId="{CA8BB83D-DD0E-5E0A-106F-4EAFEE31F287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9" creationId="{4DFB8865-652C-6CE4-C9B9-7F74A531A739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26" creationId="{AF241D41-18F5-96E4-B16B-44A16D519D9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4" creationId="{A563F03D-8F04-4605-FFB0-E64C28600D12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5" creationId="{F6BDADE6-4129-ABA6-741B-648073032CE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6" creationId="{A062B1FC-B8A2-2227-11DE-B03EF8657E0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7" creationId="{97314B48-AE9E-A95A-CD82-C5F26B5778B4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8" creationId="{8665CFA9-4CEC-9391-D72F-BCD13EC3C4E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9" creationId="{1957C9D6-FA2B-83FF-7DB8-19E5D050C5B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40" creationId="{501A994A-7785-0AD6-ADE8-B48677EBB610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3" creationId="{EB6CEFA0-1F40-D77F-2D0B-0911DCCFC8C8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8" creationId="{65D88FC5-9557-BEE0-53FE-19276F80110F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9" creationId="{FDAA6DD3-F3FD-FDEE-E45B-233FF5B0958A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0" creationId="{E1D5E845-0B4E-47C1-4C19-69F698152F0E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1" creationId="{EB238C10-AC74-CB0E-7347-C7CEB4A02A89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2" creationId="{5B93E299-F0DA-F387-F846-AFFDFBE117A3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3" creationId="{3B97CD2B-BD71-F568-14F8-1FE47B85950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0" creationId="{F935B483-6CAB-777D-C1D6-51309604FAC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1" creationId="{4F5913FC-3F68-38D8-3C75-F24A99B5C3F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2" creationId="{2F9F6D0C-178E-5498-B6BA-3673AEEFDD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3" creationId="{137C0C2C-CC87-CAF1-F410-300530A1BEC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4" creationId="{12FB57D2-798C-4044-5838-7BDF186A8E9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5" creationId="{EC32B445-0816-56B9-F9BC-71FDA2581B4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6" creationId="{5735686B-F3C3-3699-DC85-055114B716F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2" creationId="{B365B8E3-B555-576E-C682-B406A8BE07D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3" creationId="{F3795228-0450-746D-0FE7-82D21C0FA33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4" creationId="{0FF0D036-EE83-C011-BD19-D8A10B65F49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5" creationId="{33418BEE-963C-5EF2-3BFB-3146E7CD927D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6" creationId="{77BA1407-96FD-F24B-89B2-FCD10A9453B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7" creationId="{C24F89FD-09B9-F7E0-3D00-CF5D1E9A42E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8" creationId="{A99F4022-0885-87FC-80C7-D0A276A56C90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4" creationId="{5AAD4DA8-BB68-4F66-5204-1F3845E76A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5" creationId="{F4C88273-02CC-8944-F6D5-55838DE8B10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7" creationId="{AD346600-E89D-662A-E721-1D8545A52AF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8" creationId="{1A676D15-6348-0812-980C-11B3419AAF5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9" creationId="{1D21D3A9-47CD-DF93-7B38-3CC0554118F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0" creationId="{5950BC81-1F5D-A658-2AF8-7FA725B7286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1" creationId="{AEA10D1D-564B-444E-14D7-03CC16B5D29D}"/>
          </ac:spMkLst>
        </pc:s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16" creationId="{B20988B5-97BF-36CB-6CFF-3747CCECFB3A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3" creationId="{7E4A8118-0F10-CF77-59D0-717D219E17B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7" creationId="{08BFCF94-4ADF-DCF7-C6FD-CEECD61BCBD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7T23:15:32.919" v="248"/>
          <ac:grpSpMkLst>
            <pc:docMk/>
            <pc:sldMk cId="2383594870" sldId="2147468650"/>
            <ac:grpSpMk id="41" creationId="{940A6EE9-E726-E6EE-5877-87E795083425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44" creationId="{C57A0AF8-5ECE-4486-C227-6F5F2146049C}"/>
          </ac:grpSpMkLst>
        </pc:grp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0" creationId="{3EFB83C1-EB83-F5A1-324C-BB9BF597DAA1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1" creationId="{B115EC28-F4E5-2395-4443-0738F78B2D0A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2" creationId="{5E7FFA51-8A6F-4C24-3253-2E9583F87F09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3" creationId="{6B057E63-8DD2-E489-DFBB-D01DAD5BCE90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33" creationId="{49207CD7-585A-8749-5E68-7D6A9D4383FB}"/>
          </ac:picMkLst>
        </pc:pic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4" creationId="{457F76FA-074C-8239-4970-300159A00D2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0" creationId="{A1CB71B6-4360-1E47-595C-254CB9ED9FB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1" creationId="{38253AE3-E52F-4D16-0F46-AA1F29AD857D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2" creationId="{6018F039-8B20-3DB3-B8B1-0F39DCFD5A20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42" creationId="{C6446626-9280-26A4-1977-2FBFF498F571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4" creationId="{1871D680-DAA3-B0A5-A8FB-7B44E7283065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5" creationId="{F0B8060D-9F9C-2086-CC26-63CC5A491D7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6" creationId="{2C1D15C8-C9DB-1280-FEDD-FE2F067A260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7" creationId="{78AF6B92-7225-C76C-23E6-F43E03AD79A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8" creationId="{27B13438-9F10-BFD8-5C32-A441474C5F0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9" creationId="{9309C270-EAB4-3EE8-8A0C-1E6CC0BDE69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7" creationId="{562E0F9F-DF0A-7F00-D38B-B0C39981ACB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8" creationId="{AE7FD3D8-D05F-FFF4-82B0-9C29FF0D87E7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9" creationId="{8E367FE4-273A-D623-6903-737799A355D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0" creationId="{6F2A11A1-E5BB-3BFA-DA78-3D0958A5F25B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1" creationId="{C9280838-D283-F1C0-8C96-0C96D4167D79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9" creationId="{FE75B089-6EDA-E9FD-F8CB-AD7E4A48B91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0" creationId="{3BA547E9-386D-3ABE-CE3A-B058AD5685A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1" creationId="{6B930FA2-F163-5A4E-AAA8-C68E9A4B465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2" creationId="{5406E003-7D86-9E72-E519-C649A42651AA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3" creationId="{6DA41473-69E3-28C0-7300-F5AFCC0C9663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6" creationId="{57794D3C-CB63-53A3-2ECF-938BFF1F3820}"/>
          </ac:cxnSpMkLst>
        </pc:cxnChg>
      </pc:sldChg>
      <pc:sldChg chg="addSp modSp add mod">
        <pc:chgData name="Okamura, Ryo" userId="18831572-7aab-4b12-89e3-a5e58af7a83e" providerId="ADAL" clId="{00786286-401E-4FD1-BD85-040950DC1534}" dt="2024-02-08T01:08:27.349" v="790" actId="313"/>
        <pc:sldMkLst>
          <pc:docMk/>
          <pc:sldMk cId="1939370276" sldId="2147468651"/>
        </pc:sldMkLst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" creationId="{E042DBF0-4881-2326-432C-832481F245E6}"/>
          </ac:spMkLst>
        </pc:spChg>
        <pc:spChg chg="mod">
          <ac:chgData name="Okamura, Ryo" userId="18831572-7aab-4b12-89e3-a5e58af7a83e" providerId="ADAL" clId="{00786286-401E-4FD1-BD85-040950DC1534}" dt="2024-02-07T23:24:43.924" v="253"/>
          <ac:spMkLst>
            <pc:docMk/>
            <pc:sldMk cId="1939370276" sldId="2147468651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4:36.522" v="252" actId="20577"/>
          <ac:spMkLst>
            <pc:docMk/>
            <pc:sldMk cId="1939370276" sldId="2147468651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7.349" v="790" actId="313"/>
          <ac:spMkLst>
            <pc:docMk/>
            <pc:sldMk cId="1939370276" sldId="2147468651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0" creationId="{3B2C6288-3DD1-1C21-AA21-A93283307A9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1" creationId="{2589E754-A535-EC42-3B64-85FF41F868B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2" creationId="{7E5131B6-ABA1-B93C-0EF7-B89F7FFBCFC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3" creationId="{86A162BA-1AE4-7952-0549-8ED3BB27AA5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4" creationId="{C534A845-C730-A23B-5196-58340C97C84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5" creationId="{BABD3CD5-56CD-17AF-11F9-232F14D64F5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6" creationId="{34655C3F-DC80-67D2-5BC1-3951DE2E310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7" creationId="{05302F84-A2C0-4000-CB2E-24D3EE7720E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8" creationId="{963DC40C-F514-5204-0688-7006FDB5FA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9" creationId="{403727E2-CB92-ED83-0AEA-0FA8758BDED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0" creationId="{B7C15AC9-7CED-C79D-783E-9DDFC878DD0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1" creationId="{0CC7A76F-19DD-DF4A-2B0F-2F2A939AD4C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2" creationId="{6F13774A-8305-0DF5-F770-CAC3E2E1ED2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3" creationId="{F85B2A70-36DD-4336-B207-C52073140DF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4" creationId="{4D9F21D1-FC17-D8F8-7F72-870D4A2E386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5" creationId="{0DC7FC13-6723-034C-E33E-10CEDC4FAF8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6" creationId="{C0CB4D9C-ED37-FC35-D119-51074D25B7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7" creationId="{7377710F-007A-1E52-2E6D-A7F8CA62D92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8" creationId="{51D9A1A9-6FE8-5F22-638F-EA93CAA6710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9" creationId="{B7F38584-8118-063F-BAE3-2C42AA59AA1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0" creationId="{7B6B4EE4-BDB0-72D4-B5E1-1D1C0A7F1FA2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1" creationId="{1969CFDE-1986-6209-AFB2-C3B83D29E51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2" creationId="{8EDAC5B7-3999-C009-892A-95D09758FB9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3" creationId="{076CBCCB-43CF-B9E0-1A36-5183F66B1A3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4" creationId="{78B85AAE-42EB-A29F-4C99-B865DD15C69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5" creationId="{6A7A1DF9-1193-8499-804F-5791F36BC76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6" creationId="{9713E3C6-EF34-A0EB-D735-5FBC2B34DA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7" creationId="{A49B127D-1BCF-A503-D72B-C65EDCDD97E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8" creationId="{42AE9EDD-5BD4-79F8-BEF3-44FCD178427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9" creationId="{5FB122DF-67DA-E1E8-C4AB-4E6E89923FFB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0" creationId="{ED453C3C-AABB-5B1C-CE63-C2FDF61043C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1" creationId="{C89BC557-EEE7-673A-E843-BDE87FF7FA1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2" creationId="{41696CFE-F82A-7936-F217-15688223433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3" creationId="{4D4ABF46-75F8-B413-F7DD-24A2A75CAA0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4" creationId="{C1000045-635B-F1F9-5077-B26322E622B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5" creationId="{25F83FC2-692A-5EBC-869E-4EAD20E12B7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6" creationId="{FC4AEA61-9F03-2B69-6EB4-80A93743C55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7" creationId="{F06E3AF2-162B-2F99-88DF-B682910792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8" creationId="{53FA4017-E44D-94C5-6FC4-F7C5ABCCC7A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9" creationId="{2AECABC7-651C-A730-6158-FEF6CA171D7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0" creationId="{5834B081-248E-F467-0E7F-A905FC96602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1" creationId="{61CF02EE-B76B-F4CC-3A1D-FD647E33537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2" creationId="{B056F330-92AD-B5E4-3064-FE9DB862572C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3" creationId="{34D8FF89-855C-139A-164D-B7E2C791A8B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4" creationId="{58F739E2-65D6-35C6-6DA4-538ED624EE8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5" creationId="{C85D9586-7115-8897-8202-13856C2ED2A8}"/>
          </ac:spMkLst>
        </pc:spChg>
        <pc:spChg chg="add 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6" creationId="{46E989D0-C8A1-11A4-ACC9-9E8527B6A40D}"/>
          </ac:spMkLst>
        </pc:spChg>
        <pc:grpChg chg="add mod">
          <ac:chgData name="Okamura, Ryo" userId="18831572-7aab-4b12-89e3-a5e58af7a83e" providerId="ADAL" clId="{00786286-401E-4FD1-BD85-040950DC1534}" dt="2024-02-07T23:24:26.765" v="249"/>
          <ac:grpSpMkLst>
            <pc:docMk/>
            <pc:sldMk cId="1939370276" sldId="2147468651"/>
            <ac:grpSpMk id="2" creationId="{3591C612-7EA1-A864-071E-E4C87C5F2C39}"/>
          </ac:grpSpMkLst>
        </pc:grpChg>
        <pc:picChg chg="mod">
          <ac:chgData name="Okamura, Ryo" userId="18831572-7aab-4b12-89e3-a5e58af7a83e" providerId="ADAL" clId="{00786286-401E-4FD1-BD85-040950DC1534}" dt="2024-02-07T23:24:26.765" v="249"/>
          <ac:picMkLst>
            <pc:docMk/>
            <pc:sldMk cId="1939370276" sldId="2147468651"/>
            <ac:picMk id="3" creationId="{53B83778-40B9-E4D3-02F8-C32312543FF5}"/>
          </ac:picMkLst>
        </pc:picChg>
      </pc:sldChg>
      <pc:sldChg chg="addSp modSp add mod">
        <pc:chgData name="Okamura, Ryo" userId="18831572-7aab-4b12-89e3-a5e58af7a83e" providerId="ADAL" clId="{00786286-401E-4FD1-BD85-040950DC1534}" dt="2024-02-08T01:08:28.077" v="791" actId="313"/>
        <pc:sldMkLst>
          <pc:docMk/>
          <pc:sldMk cId="3657440233" sldId="2147468652"/>
        </pc:sldMkLst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" creationId="{CFC1837D-115F-FF0C-A64E-49CF916C63BC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4" creationId="{D937B502-41BE-68C0-80B4-B94E678AA249}"/>
          </ac:spMkLst>
        </pc:spChg>
        <pc:spChg chg="mod">
          <ac:chgData name="Okamura, Ryo" userId="18831572-7aab-4b12-89e3-a5e58af7a83e" providerId="ADAL" clId="{00786286-401E-4FD1-BD85-040950DC1534}" dt="2024-02-07T23:25:00.217" v="254"/>
          <ac:spMkLst>
            <pc:docMk/>
            <pc:sldMk cId="3657440233" sldId="2147468652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5:09.966" v="257" actId="20577"/>
          <ac:spMkLst>
            <pc:docMk/>
            <pc:sldMk cId="3657440233" sldId="2147468652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077" v="791" actId="313"/>
          <ac:spMkLst>
            <pc:docMk/>
            <pc:sldMk cId="3657440233" sldId="2147468652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0" creationId="{D04874C5-B7C7-9DA3-3D58-D309DB01C2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1" creationId="{724B0904-650C-7CCF-8C12-40BDBFE66B98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2" creationId="{239B18B1-4ABB-388C-6434-09FCE514251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3" creationId="{5DF276C2-57A8-D330-6FFF-2816505F7C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4" creationId="{D1DF26F3-8D7B-F6F6-4477-8F4CE5CE377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5" creationId="{28537C9A-F03B-03F6-C3C8-200319AC7F8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6" creationId="{6FD95EB6-47BD-4A08-FD57-04F1412AEED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7" creationId="{16DD2FAE-D016-5EF2-8ED0-07D95F9DD44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8" creationId="{DFC2DA0D-B228-B664-3D94-60CA3DCB687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9" creationId="{334BED5E-059C-2FAF-CCD8-3017E24B6715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0" creationId="{71747D46-8BCC-8376-0BE6-206F9EB998D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1" creationId="{C396C6F3-B81D-D5F0-BEBE-1CB62103710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2" creationId="{EE40D504-865E-4504-8208-F1F700E049D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3" creationId="{A47B7D82-291F-FC41-20FD-EC0DAEA071F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4" creationId="{B25E3B55-3186-E7DC-E414-DA85B8FD2D8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5" creationId="{48FD0787-4F6E-B38E-F737-22D87DF8E16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6" creationId="{40DF6306-2E06-23AB-B4C1-EF4951BB5B1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7" creationId="{02C5C68C-36B6-4830-F5C8-50509355C00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8" creationId="{85C7049D-A014-C947-A605-B00F0A42C10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9" creationId="{9179CB38-ABD5-7585-D5B7-16BE85FAEC9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0" creationId="{E174E7E9-8715-80C8-A925-4660F89A539A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1" creationId="{4023F264-00E5-33EC-774F-80B8A908F48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2" creationId="{E2BF9BE9-8556-16D0-1DA5-C159EDF56BA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3" creationId="{0DB52EB7-C5E4-19F4-B2FA-3BA800A4CD1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4" creationId="{2307CAB2-9F07-44DB-6B50-4AC5AB457FC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5" creationId="{5DB05F28-D6A7-AFFA-6C94-41639B79A78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6" creationId="{9164719A-4858-8566-6F4A-F7AB988E66BE}"/>
          </ac:spMkLst>
        </pc:spChg>
        <pc:spChg chg="add 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7" creationId="{AEBA82E7-CB95-1DBF-AB12-4A89885A2498}"/>
          </ac:spMkLst>
        </pc:spChg>
        <pc:grpChg chg="add mod">
          <ac:chgData name="Okamura, Ryo" userId="18831572-7aab-4b12-89e3-a5e58af7a83e" providerId="ADAL" clId="{00786286-401E-4FD1-BD85-040950DC1534}" dt="2024-02-07T23:25:18.739" v="258"/>
          <ac:grpSpMkLst>
            <pc:docMk/>
            <pc:sldMk cId="3657440233" sldId="2147468652"/>
            <ac:grpSpMk id="2" creationId="{0DF4B40C-DD4D-60C4-B0B5-9071FAE4F772}"/>
          </ac:grpSpMkLst>
        </pc:grpChg>
      </pc:sldChg>
      <pc:sldChg chg="addSp modSp add mod">
        <pc:chgData name="Okamura, Ryo" userId="18831572-7aab-4b12-89e3-a5e58af7a83e" providerId="ADAL" clId="{00786286-401E-4FD1-BD85-040950DC1534}" dt="2024-02-09T06:50:35.701" v="1100" actId="20577"/>
        <pc:sldMkLst>
          <pc:docMk/>
          <pc:sldMk cId="3802774104" sldId="2147468653"/>
        </pc:sldMkLst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2" creationId="{D5C3BD77-2608-056A-CBC3-5A8779E07F3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4" creationId="{C46877D5-93FB-ABF7-6ABB-BAD3617190A8}"/>
          </ac:spMkLst>
        </pc:spChg>
        <pc:spChg chg="mod">
          <ac:chgData name="Okamura, Ryo" userId="18831572-7aab-4b12-89e3-a5e58af7a83e" providerId="ADAL" clId="{00786286-401E-4FD1-BD85-040950DC1534}" dt="2024-02-07T23:25:43.615" v="260"/>
          <ac:spMkLst>
            <pc:docMk/>
            <pc:sldMk cId="3802774104" sldId="2147468653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0:35.701" v="1100" actId="20577"/>
          <ac:spMkLst>
            <pc:docMk/>
            <pc:sldMk cId="3802774104" sldId="2147468653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774" v="792" actId="313"/>
          <ac:spMkLst>
            <pc:docMk/>
            <pc:sldMk cId="3802774104" sldId="2147468653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1" creationId="{233B84BF-ECF1-29D7-02CD-060ED54A2AE7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2" creationId="{57F23B8D-467A-0522-7894-DCB909444582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3" creationId="{5236C946-F0B6-BFB2-6697-CDBFF278A145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4" creationId="{796E1B38-FA0F-03FE-A20B-976D87B2DA8F}"/>
          </ac:spMkLst>
        </pc:spChg>
        <pc:spChg chg="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6" creationId="{E148629F-CD0C-9931-833A-E8A537810F6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9" creationId="{18A55A78-348D-28F4-1914-A8DE1887DA7B}"/>
          </ac:spMkLst>
        </pc:spChg>
        <pc:grpChg chg="add mod">
          <ac:chgData name="Okamura, Ryo" userId="18831572-7aab-4b12-89e3-a5e58af7a83e" providerId="ADAL" clId="{00786286-401E-4FD1-BD85-040950DC1534}" dt="2024-02-07T23:25:35.940" v="259"/>
          <ac:grpSpMkLst>
            <pc:docMk/>
            <pc:sldMk cId="3802774104" sldId="2147468653"/>
            <ac:grpSpMk id="15" creationId="{873FACFB-09E2-2CEE-C73D-455314F34100}"/>
          </ac:grpSpMkLst>
        </pc:grp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3" creationId="{8EFECC02-942E-B5E2-B120-AACA99AF7EE3}"/>
          </ac:picMkLst>
        </pc:pic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18" creationId="{A4A9535D-F24C-9A60-4974-4E539AC3C16A}"/>
          </ac:picMkLst>
        </pc:picChg>
        <pc:cxnChg chg="add 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0" creationId="{B4BFBFAC-B590-D8F6-0EBE-0B010659CB89}"/>
          </ac:cxnSpMkLst>
        </pc:cxnChg>
        <pc:cxnChg chg="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7" creationId="{C0A3F239-102F-1BA3-A5D4-62297CD27A49}"/>
          </ac:cxnSpMkLst>
        </pc:cxnChg>
      </pc:sldChg>
      <pc:sldChg chg="modSp add mod">
        <pc:chgData name="Okamura, Ryo" userId="18831572-7aab-4b12-89e3-a5e58af7a83e" providerId="ADAL" clId="{00786286-401E-4FD1-BD85-040950DC1534}" dt="2024-02-09T06:53:27.604" v="1121"/>
        <pc:sldMkLst>
          <pc:docMk/>
          <pc:sldMk cId="2996908844" sldId="2147468654"/>
        </pc:sldMkLst>
        <pc:spChg chg="mod">
          <ac:chgData name="Okamura, Ryo" userId="18831572-7aab-4b12-89e3-a5e58af7a83e" providerId="ADAL" clId="{00786286-401E-4FD1-BD85-040950DC1534}" dt="2024-02-07T23:26:33.457" v="271" actId="1035"/>
          <ac:spMkLst>
            <pc:docMk/>
            <pc:sldMk cId="2996908844" sldId="2147468654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27.604" v="1121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43.541" v="1123"/>
        <pc:sldMkLst>
          <pc:docMk/>
          <pc:sldMk cId="1434949714" sldId="2147468655"/>
        </pc:sldMkLst>
        <pc:spChg chg="mod">
          <ac:chgData name="Okamura, Ryo" userId="18831572-7aab-4b12-89e3-a5e58af7a83e" providerId="ADAL" clId="{00786286-401E-4FD1-BD85-040950DC1534}" dt="2024-02-07T23:28:22.376" v="288" actId="1036"/>
          <ac:spMkLst>
            <pc:docMk/>
            <pc:sldMk cId="1434949714" sldId="2147468655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43.541" v="1123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34.012" v="1122"/>
        <pc:sldMkLst>
          <pc:docMk/>
          <pc:sldMk cId="683826975" sldId="2147468656"/>
        </pc:sldMkLst>
        <pc:spChg chg="mod">
          <ac:chgData name="Okamura, Ryo" userId="18831572-7aab-4b12-89e3-a5e58af7a83e" providerId="ADAL" clId="{00786286-401E-4FD1-BD85-040950DC1534}" dt="2024-02-07T23:27:44.563" v="281" actId="1076"/>
          <ac:spMkLst>
            <pc:docMk/>
            <pc:sldMk cId="683826975" sldId="2147468656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34.012" v="1122"/>
          <ac:spMkLst>
            <pc:docMk/>
            <pc:sldMk cId="683826975" sldId="2147468656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42:14.021" v="1027" actId="1076"/>
        <pc:sldMkLst>
          <pc:docMk/>
          <pc:sldMk cId="1048032879" sldId="2147468657"/>
        </pc:sldMkLst>
        <pc:spChg chg="mod">
          <ac:chgData name="Okamura, Ryo" userId="18831572-7aab-4b12-89e3-a5e58af7a83e" providerId="ADAL" clId="{00786286-401E-4FD1-BD85-040950DC1534}" dt="2024-02-09T06:36:24.863" v="968" actId="20577"/>
          <ac:spMkLst>
            <pc:docMk/>
            <pc:sldMk cId="1048032879" sldId="2147468657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9T06:42:14.021" v="1027" actId="1076"/>
          <ac:spMkLst>
            <pc:docMk/>
            <pc:sldMk cId="1048032879" sldId="2147468657"/>
            <ac:spMk id="13" creationId="{69BF46B3-BD2C-626F-99BA-C7A327CA079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8T00:39:42.086" v="782" actId="20577"/>
        <pc:sldMkLst>
          <pc:docMk/>
          <pc:sldMk cId="654065149" sldId="2147468658"/>
        </pc:sldMkLst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6:16.485" v="637" actId="6549"/>
          <ac:spMkLst>
            <pc:docMk/>
            <pc:sldMk cId="654065149" sldId="2147468658"/>
            <ac:spMk id="11" creationId="{7A7FE423-6651-4918-33F3-AC76D615E946}"/>
          </ac:spMkLst>
        </pc:spChg>
        <pc:spChg chg="del mod">
          <ac:chgData name="Okamura, Ryo" userId="18831572-7aab-4b12-89e3-a5e58af7a83e" providerId="ADAL" clId="{00786286-401E-4FD1-BD85-040950DC1534}" dt="2024-02-07T23:46:19.912" v="638" actId="478"/>
          <ac:spMkLst>
            <pc:docMk/>
            <pc:sldMk cId="654065149" sldId="2147468658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42.086" v="782" actId="20577"/>
          <ac:spMkLst>
            <pc:docMk/>
            <pc:sldMk cId="654065149" sldId="2147468658"/>
            <ac:spMk id="13" creationId="{69BF46B3-BD2C-626F-99BA-C7A327CA079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3" creationId="{4009074D-91D1-5C0F-28D3-74C58BDC5BEC}"/>
          </ac:spMkLst>
        </pc:spChg>
        <pc:spChg chg="add mod">
          <ac:chgData name="Okamura, Ryo" userId="18831572-7aab-4b12-89e3-a5e58af7a83e" providerId="ADAL" clId="{00786286-401E-4FD1-BD85-040950DC1534}" dt="2024-02-07T23:46:37.008" v="663" actId="1035"/>
          <ac:spMkLst>
            <pc:docMk/>
            <pc:sldMk cId="654065149" sldId="2147468658"/>
            <ac:spMk id="135" creationId="{768D3875-4E3A-1597-559E-781FBA6B0AB8}"/>
          </ac:spMkLst>
        </pc:spChg>
        <pc:spChg chg="add del mod">
          <ac:chgData name="Okamura, Ryo" userId="18831572-7aab-4b12-89e3-a5e58af7a83e" providerId="ADAL" clId="{00786286-401E-4FD1-BD85-040950DC1534}" dt="2024-02-07T23:46:21.955" v="639" actId="478"/>
          <ac:spMkLst>
            <pc:docMk/>
            <pc:sldMk cId="654065149" sldId="2147468658"/>
            <ac:spMk id="137" creationId="{FF0F8103-AE25-FD6F-0142-DEB8363B75A7}"/>
          </ac:spMkLst>
        </pc:s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88" creationId="{731C9CFB-F72B-FBB4-EFE0-FC8D0AFA62A8}"/>
          </ac:grpSpMkLst>
        </pc:grp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4" creationId="{5E186391-5989-C5DE-3D32-C616DEF0D2E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4" creationId="{BDF06018-4F26-D5CE-AFE4-37A32B3D1F2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5" creationId="{39C4ADDF-D204-4229-02B7-C522A82D351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6" creationId="{6FA779F0-E7A8-3175-5A25-394C3F4EF5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7" creationId="{64B421CC-99F8-6674-6861-D88FCA52712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8" creationId="{FFD129DA-FB61-7150-4321-D7A49C93810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9" creationId="{FE4DCDFF-0EA5-A5BF-C006-F5F3135BCF3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0" creationId="{DEFDC8A1-478A-D40E-3A6B-E498C363B53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1" creationId="{34D57C2B-7403-4590-32E1-6A41D5ACB30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2" creationId="{689C643A-3602-2407-8C24-39671B7F0B1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3" creationId="{095EBF5F-281A-635B-92D6-1D2EBAAF8D5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4" creationId="{32E06D9F-33E2-E8F8-98F6-4F1345F6B025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5" creationId="{5DF776DF-5368-065D-2DF2-FABD35C6C20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6" creationId="{268B1D02-AFE8-6EB1-7598-ED77A12D93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7" creationId="{43E21116-0313-FABE-3820-1A03350EB3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8" creationId="{28BFEB12-5ACA-594B-B0CE-95C835EB85A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9" creationId="{33B189EC-F0E6-94CC-95D4-E89A141EA2A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0" creationId="{B12E4811-72EF-6521-E25F-DEA6C25E5B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1" creationId="{936F6B38-24D9-C5ED-BDBB-8F9E4774C9D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2" creationId="{1731B83A-B25A-32C8-D1FD-1EFC5A09629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3" creationId="{E5832CD3-C7C5-5442-F7B3-5C25330F581B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4" creationId="{083C5FA3-F00E-0316-F4A1-F2C55757862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5" creationId="{D8146C3F-A7EA-255B-7F23-7AB56AE0EC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6" creationId="{2B780D0A-8BE2-9EC1-2F0F-755A61176DF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7" creationId="{2C1437C9-B1BA-D30D-F3EE-B48468C5840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8" creationId="{A63BEF6D-3A01-323D-CADB-1FB6759D50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9" creationId="{90733D8F-3EA8-F014-17A8-52FE5505C8B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0" creationId="{0F2AB1D1-897E-878C-96C0-6EFAB2580BF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1" creationId="{19D76E7D-EE79-8A3F-C0A4-A94A10EFDE0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2" creationId="{D62A75E7-51BF-DDB6-778D-E0ACC168B5C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3" creationId="{C60BDD35-4FB3-1530-1734-BAE394BD419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4" creationId="{60018FAD-112C-EBCF-D237-5EB2E395F5B6}"/>
          </ac:picMkLst>
        </pc:pic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100" creationId="{06F2D8AB-37A9-CE45-B56D-3DED6D4C3025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35:33.015" v="953" actId="6549"/>
        <pc:sldMkLst>
          <pc:docMk/>
          <pc:sldMk cId="4160675354" sldId="2147468659"/>
        </pc:sldMkLst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7:32.092" v="671"/>
          <ac:spMkLst>
            <pc:docMk/>
            <pc:sldMk cId="4160675354" sldId="2147468659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9T06:35:33.015" v="953" actId="6549"/>
          <ac:spMkLst>
            <pc:docMk/>
            <pc:sldMk cId="4160675354" sldId="2147468659"/>
            <ac:spMk id="12" creationId="{7E2C29F5-EB48-3AE5-C602-1D96DF9AF269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3" creationId="{4009074D-91D1-5C0F-28D3-74C58BDC5BEC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4" creationId="{1E0D0219-7EEA-A6DA-A818-C9815DC6C4D7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5" creationId="{6F45D110-CF22-8986-8D9C-DC9552A3086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6" creationId="{65DDA598-6C44-2F14-0986-6760B5491D0D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7" creationId="{20280DFA-E7FE-479E-1840-336C85477EB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8" creationId="{72726A32-9332-D1DA-21C1-45D553ECD1E5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9" creationId="{22C69869-1A2C-2FFC-E32E-5E5A538D260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0" creationId="{7F596869-4BC7-FA3B-642D-714AF4A1901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1" creationId="{4500E1DF-1F4C-F070-1820-D0BE2B6F6EE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2" creationId="{07D0152F-92A9-9B81-8CE0-C8B8F2E418C4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3" creationId="{42D133A6-F46F-39F5-E608-81318C08FBE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4" creationId="{0C41E9C0-C1F4-D623-E557-7A1606575D9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5" creationId="{B6D95EDB-2572-B921-E6CE-7BE1048958C2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6" creationId="{970BB4BD-C702-CCCE-AAF3-47198225EC65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7" creationId="{5A55A7F6-8C56-2F8D-A79A-51E561652ED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8" creationId="{E269322D-0F66-D15C-A6C6-34D358E76267}"/>
          </ac:spMkLst>
        </pc:spChg>
        <pc:spChg chg="mod topLvl">
          <ac:chgData name="Okamura, Ryo" userId="18831572-7aab-4b12-89e3-a5e58af7a83e" providerId="ADAL" clId="{00786286-401E-4FD1-BD85-040950DC1534}" dt="2024-02-07T23:49:05.771" v="679" actId="1076"/>
          <ac:spMkLst>
            <pc:docMk/>
            <pc:sldMk cId="4160675354" sldId="2147468659"/>
            <ac:spMk id="119" creationId="{5AB76461-6600-D85A-A2E9-34AC702CF7F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0" creationId="{C250763B-C637-BE53-4D59-C37F4C861C81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1" creationId="{3F3D61A5-655A-B605-FCD9-08E5B6ED979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2" creationId="{A3C1AAE7-17FB-5EB6-49BC-5647EDAEFF48}"/>
          </ac:spMkLst>
        </pc:spChg>
        <pc:spChg chg="mod topLvl">
          <ac:chgData name="Okamura, Ryo" userId="18831572-7aab-4b12-89e3-a5e58af7a83e" providerId="ADAL" clId="{00786286-401E-4FD1-BD85-040950DC1534}" dt="2024-02-07T23:48:19.573" v="674" actId="1076"/>
          <ac:spMkLst>
            <pc:docMk/>
            <pc:sldMk cId="4160675354" sldId="2147468659"/>
            <ac:spMk id="123" creationId="{AF7D3DCB-62B1-BB32-2239-7D40B41AA47C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4" creationId="{481F9B98-BDA5-FCDE-32FF-0D3F8B7B6979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5" creationId="{3D4EAA39-E6F7-F25F-7671-7DB3099CD0C7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6" creationId="{1D6FA0BB-FA7C-D26C-DBC7-0602712F5030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7" creationId="{3EB589B0-8BE6-A8F4-7AA6-C4050EF8BE27}"/>
          </ac:spMkLst>
        </pc:spChg>
        <pc:spChg chg="mod topLvl">
          <ac:chgData name="Okamura, Ryo" userId="18831572-7aab-4b12-89e3-a5e58af7a83e" providerId="ADAL" clId="{00786286-401E-4FD1-BD85-040950DC1534}" dt="2024-02-07T23:48:13.204" v="673" actId="1076"/>
          <ac:spMkLst>
            <pc:docMk/>
            <pc:sldMk cId="4160675354" sldId="2147468659"/>
            <ac:spMk id="128" creationId="{A5D9BF7B-F5B7-6582-439F-F0685EECF7FD}"/>
          </ac:spMkLst>
        </pc:spChg>
        <pc:grpChg chg="add del mod">
          <ac:chgData name="Okamura, Ryo" userId="18831572-7aab-4b12-89e3-a5e58af7a83e" providerId="ADAL" clId="{00786286-401E-4FD1-BD85-040950DC1534}" dt="2024-02-07T23:48:05.148" v="672" actId="165"/>
          <ac:grpSpMkLst>
            <pc:docMk/>
            <pc:sldMk cId="4160675354" sldId="2147468659"/>
            <ac:grpSpMk id="14" creationId="{8B379CC5-1FD1-0ECE-7CD0-93A95CA17A02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88" creationId="{731C9CFB-F72B-FBB4-EFE0-FC8D0AFA62A8}"/>
          </ac:grpSpMkLst>
        </pc:grp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100" creationId="{06F2D8AB-37A9-CE45-B56D-3DED6D4C3025}"/>
          </ac:cxnSpMkLst>
        </pc:cxnChg>
      </pc:sldChg>
      <pc:sldChg chg="delSp modSp add del mod">
        <pc:chgData name="Okamura, Ryo" userId="18831572-7aab-4b12-89e3-a5e58af7a83e" providerId="ADAL" clId="{00786286-401E-4FD1-BD85-040950DC1534}" dt="2024-02-08T00:38:24.913" v="762" actId="47"/>
        <pc:sldMkLst>
          <pc:docMk/>
          <pc:sldMk cId="284467860" sldId="2147468660"/>
        </pc:sldMkLst>
        <pc:spChg chg="mod">
          <ac:chgData name="Okamura, Ryo" userId="18831572-7aab-4b12-89e3-a5e58af7a83e" providerId="ADAL" clId="{00786286-401E-4FD1-BD85-040950DC1534}" dt="2024-02-08T00:37:27.007" v="731" actId="20577"/>
          <ac:spMkLst>
            <pc:docMk/>
            <pc:sldMk cId="284467860" sldId="2147468660"/>
            <ac:spMk id="2" creationId="{D330C548-A4DB-9B3B-D302-5DA6CA980022}"/>
          </ac:spMkLst>
        </pc:spChg>
        <pc:picChg chg="del">
          <ac:chgData name="Okamura, Ryo" userId="18831572-7aab-4b12-89e3-a5e58af7a83e" providerId="ADAL" clId="{00786286-401E-4FD1-BD85-040950DC1534}" dt="2024-02-08T00:37:36.848" v="732" actId="478"/>
          <ac:picMkLst>
            <pc:docMk/>
            <pc:sldMk cId="284467860" sldId="2147468660"/>
            <ac:picMk id="4" creationId="{78D16885-3968-A978-4505-43384A393A64}"/>
          </ac:picMkLst>
        </pc:picChg>
      </pc:sldChg>
      <pc:sldChg chg="addSp delSp modSp add mod">
        <pc:chgData name="Okamura, Ryo" userId="18831572-7aab-4b12-89e3-a5e58af7a83e" providerId="ADAL" clId="{00786286-401E-4FD1-BD85-040950DC1534}" dt="2024-02-08T00:37:13.671" v="722" actId="14100"/>
        <pc:sldMkLst>
          <pc:docMk/>
          <pc:sldMk cId="401433113" sldId="2147468661"/>
        </pc:sldMkLst>
        <pc:spChg chg="add del mod">
          <ac:chgData name="Okamura, Ryo" userId="18831572-7aab-4b12-89e3-a5e58af7a83e" providerId="ADAL" clId="{00786286-401E-4FD1-BD85-040950DC1534}" dt="2024-02-08T00:36:34.072" v="699" actId="478"/>
          <ac:spMkLst>
            <pc:docMk/>
            <pc:sldMk cId="401433113" sldId="2147468661"/>
            <ac:spMk id="3" creationId="{C60B78BB-EB77-F0D3-38A0-403A796A3F48}"/>
          </ac:spMkLst>
        </pc:spChg>
        <pc:spChg chg="mod">
          <ac:chgData name="Okamura, Ryo" userId="18831572-7aab-4b12-89e3-a5e58af7a83e" providerId="ADAL" clId="{00786286-401E-4FD1-BD85-040950DC1534}" dt="2024-02-08T00:37:02.410" v="714" actId="1076"/>
          <ac:spMkLst>
            <pc:docMk/>
            <pc:sldMk cId="401433113" sldId="2147468661"/>
            <ac:spMk id="7" creationId="{0BFD277C-A8BA-50F7-E548-8A80B3FAA80A}"/>
          </ac:spMkLst>
        </pc:spChg>
        <pc:spChg chg="del">
          <ac:chgData name="Okamura, Ryo" userId="18831572-7aab-4b12-89e3-a5e58af7a83e" providerId="ADAL" clId="{00786286-401E-4FD1-BD85-040950DC1534}" dt="2024-02-08T00:36:32.081" v="698" actId="478"/>
          <ac:spMkLst>
            <pc:docMk/>
            <pc:sldMk cId="401433113" sldId="2147468661"/>
            <ac:spMk id="8" creationId="{51FA7CC2-6A09-F9C3-3C02-F3DDDD595A28}"/>
          </ac:spMkLst>
        </pc:spChg>
        <pc:spChg chg="mod">
          <ac:chgData name="Okamura, Ryo" userId="18831572-7aab-4b12-89e3-a5e58af7a83e" providerId="ADAL" clId="{00786286-401E-4FD1-BD85-040950DC1534}" dt="2024-02-08T00:37:13.671" v="722" actId="14100"/>
          <ac:spMkLst>
            <pc:docMk/>
            <pc:sldMk cId="401433113" sldId="2147468661"/>
            <ac:spMk id="9" creationId="{398BB613-BB56-B211-3C55-7FF51BC3AC60}"/>
          </ac:spMkLst>
        </pc:spChg>
      </pc:sldChg>
    </pc:docChg>
  </pc:docChgLst>
  <pc:docChgLst>
    <pc:chgData name="Takeuchi, Koichiro" userId="b3848a05-443b-4434-8fa5-7398ca0c03c9" providerId="ADAL" clId="{A10AC5A3-C711-4270-8EF1-30E20D42DEFA}"/>
    <pc:docChg chg="undo custSel addSld delSld modSld modSection">
      <pc:chgData name="Takeuchi, Koichiro" userId="b3848a05-443b-4434-8fa5-7398ca0c03c9" providerId="ADAL" clId="{A10AC5A3-C711-4270-8EF1-30E20D42DEFA}" dt="2024-05-27T08:18:57.776" v="6766" actId="20577"/>
      <pc:docMkLst>
        <pc:docMk/>
      </pc:docMkLst>
      <pc:sldChg chg="add">
        <pc:chgData name="Takeuchi, Koichiro" userId="b3848a05-443b-4434-8fa5-7398ca0c03c9" providerId="ADAL" clId="{A10AC5A3-C711-4270-8EF1-30E20D42DEFA}" dt="2024-05-27T01:47:59.378" v="1076"/>
        <pc:sldMkLst>
          <pc:docMk/>
          <pc:sldMk cId="2966159613" sldId="2146849189"/>
        </pc:sldMkLst>
      </pc:sldChg>
      <pc:sldChg chg="addSp modSp mod">
        <pc:chgData name="Takeuchi, Koichiro" userId="b3848a05-443b-4434-8fa5-7398ca0c03c9" providerId="ADAL" clId="{A10AC5A3-C711-4270-8EF1-30E20D42DEFA}" dt="2024-05-27T00:08:22.706" v="592" actId="2057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A10AC5A3-C711-4270-8EF1-30E20D42DEFA}" dt="2024-05-26T23:54:58.094" v="70" actId="113"/>
          <ac:spMkLst>
            <pc:docMk/>
            <pc:sldMk cId="908662233" sldId="2147468668"/>
            <ac:spMk id="7" creationId="{E511834D-8E26-9339-601E-057A8C2D2934}"/>
          </ac:spMkLst>
        </pc:spChg>
        <pc:spChg chg="add mod">
          <ac:chgData name="Takeuchi, Koichiro" userId="b3848a05-443b-4434-8fa5-7398ca0c03c9" providerId="ADAL" clId="{A10AC5A3-C711-4270-8EF1-30E20D42DEFA}" dt="2024-05-26T23:57:05.431" v="71"/>
          <ac:spMkLst>
            <pc:docMk/>
            <pc:sldMk cId="908662233" sldId="2147468668"/>
            <ac:spMk id="8" creationId="{E8182D1A-7DDB-B0CE-F8CF-CB0718E211DD}"/>
          </ac:spMkLst>
        </pc:spChg>
        <pc:spChg chg="add mod">
          <ac:chgData name="Takeuchi, Koichiro" userId="b3848a05-443b-4434-8fa5-7398ca0c03c9" providerId="ADAL" clId="{A10AC5A3-C711-4270-8EF1-30E20D42DEFA}" dt="2024-05-27T00:05:31.257" v="527" actId="1037"/>
          <ac:spMkLst>
            <pc:docMk/>
            <pc:sldMk cId="908662233" sldId="2147468668"/>
            <ac:spMk id="9" creationId="{AF25EA85-F864-A148-B359-B1335CA54D0C}"/>
          </ac:spMkLst>
        </pc:spChg>
        <pc:spChg chg="add mod">
          <ac:chgData name="Takeuchi, Koichiro" userId="b3848a05-443b-4434-8fa5-7398ca0c03c9" providerId="ADAL" clId="{A10AC5A3-C711-4270-8EF1-30E20D42DEFA}" dt="2024-05-27T00:08:22.706" v="592" actId="20577"/>
          <ac:spMkLst>
            <pc:docMk/>
            <pc:sldMk cId="908662233" sldId="2147468668"/>
            <ac:spMk id="10" creationId="{14AFB752-6FA7-1C98-4324-90FF272EE49B}"/>
          </ac:spMkLst>
        </pc:spChg>
        <pc:picChg chg="mod">
          <ac:chgData name="Takeuchi, Koichiro" userId="b3848a05-443b-4434-8fa5-7398ca0c03c9" providerId="ADAL" clId="{A10AC5A3-C711-4270-8EF1-30E20D42DEFA}" dt="2024-05-26T23:58:12.994" v="152" actId="1076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mod">
        <pc:chgData name="Takeuchi, Koichiro" userId="b3848a05-443b-4434-8fa5-7398ca0c03c9" providerId="ADAL" clId="{A10AC5A3-C711-4270-8EF1-30E20D42DEFA}" dt="2024-05-27T00:14:27.041" v="905" actId="1037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A10AC5A3-C711-4270-8EF1-30E20D42DEFA}" dt="2024-05-27T00:08:11.119" v="582" actId="1076"/>
          <ac:spMkLst>
            <pc:docMk/>
            <pc:sldMk cId="3260510982" sldId="2147468670"/>
            <ac:spMk id="8" creationId="{4AF62E34-CD3E-44B8-F44A-6C0C1DC0724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9" creationId="{7F7865EB-ACF6-9AEC-1017-8742CD66E2A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10" creationId="{B088F551-F239-9255-2D27-F980439C0596}"/>
          </ac:spMkLst>
        </pc:spChg>
        <pc:picChg chg="add mod">
          <ac:chgData name="Takeuchi, Koichiro" userId="b3848a05-443b-4434-8fa5-7398ca0c03c9" providerId="ADAL" clId="{A10AC5A3-C711-4270-8EF1-30E20D42DEFA}" dt="2024-05-27T00:07:57.157" v="580" actId="1037"/>
          <ac:picMkLst>
            <pc:docMk/>
            <pc:sldMk cId="3260510982" sldId="2147468670"/>
            <ac:picMk id="7" creationId="{9F680633-5C92-4D93-FD42-467A7FFEB863}"/>
          </ac:picMkLst>
        </pc:picChg>
        <pc:picChg chg="del mod">
          <ac:chgData name="Takeuchi, Koichiro" userId="b3848a05-443b-4434-8fa5-7398ca0c03c9" providerId="ADAL" clId="{A10AC5A3-C711-4270-8EF1-30E20D42DEFA}" dt="2024-05-27T00:06:27.673" v="547" actId="478"/>
          <ac:picMkLst>
            <pc:docMk/>
            <pc:sldMk cId="3260510982" sldId="2147468670"/>
            <ac:picMk id="68" creationId="{00F9C26D-8B78-CC87-EF4B-8DA7F79EE475}"/>
          </ac:picMkLst>
        </pc:picChg>
      </pc:sldChg>
      <pc:sldChg chg="modSp mod">
        <pc:chgData name="Takeuchi, Koichiro" userId="b3848a05-443b-4434-8fa5-7398ca0c03c9" providerId="ADAL" clId="{A10AC5A3-C711-4270-8EF1-30E20D42DEFA}" dt="2024-05-27T00:26:22.491" v="938" actId="20577"/>
        <pc:sldMkLst>
          <pc:docMk/>
          <pc:sldMk cId="3125140011" sldId="2147468671"/>
        </pc:sldMkLst>
        <pc:spChg chg="mod">
          <ac:chgData name="Takeuchi, Koichiro" userId="b3848a05-443b-4434-8fa5-7398ca0c03c9" providerId="ADAL" clId="{A10AC5A3-C711-4270-8EF1-30E20D42DEFA}" dt="2024-05-27T00:26:22.491" v="938" actId="20577"/>
          <ac:spMkLst>
            <pc:docMk/>
            <pc:sldMk cId="3125140011" sldId="2147468671"/>
            <ac:spMk id="2" creationId="{236E8044-5707-32C9-BB39-B5830ACA9388}"/>
          </ac:spMkLst>
        </pc:spChg>
      </pc:sldChg>
      <pc:sldChg chg="modSp mod">
        <pc:chgData name="Takeuchi, Koichiro" userId="b3848a05-443b-4434-8fa5-7398ca0c03c9" providerId="ADAL" clId="{A10AC5A3-C711-4270-8EF1-30E20D42DEFA}" dt="2024-05-27T01:54:51.617" v="1361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A10AC5A3-C711-4270-8EF1-30E20D42DEFA}" dt="2024-05-27T01:54:51.617" v="1361" actId="14100"/>
          <ac:spMkLst>
            <pc:docMk/>
            <pc:sldMk cId="220710022" sldId="2147468672"/>
            <ac:spMk id="13" creationId="{DFA13676-B0BF-3377-E394-6CCF32FD2451}"/>
          </ac:spMkLst>
        </pc:spChg>
      </pc:sldChg>
      <pc:sldChg chg="del">
        <pc:chgData name="Takeuchi, Koichiro" userId="b3848a05-443b-4434-8fa5-7398ca0c03c9" providerId="ADAL" clId="{A10AC5A3-C711-4270-8EF1-30E20D42DEFA}" dt="2024-05-27T04:12:07.208" v="1941" actId="47"/>
        <pc:sldMkLst>
          <pc:docMk/>
          <pc:sldMk cId="2303977941" sldId="2147468673"/>
        </pc:sldMkLst>
      </pc:sldChg>
      <pc:sldChg chg="addSp delSp modSp add mod">
        <pc:chgData name="Takeuchi, Koichiro" userId="b3848a05-443b-4434-8fa5-7398ca0c03c9" providerId="ADAL" clId="{A10AC5A3-C711-4270-8EF1-30E20D42DEFA}" dt="2024-05-27T04:10:54.227" v="1937" actId="1076"/>
        <pc:sldMkLst>
          <pc:docMk/>
          <pc:sldMk cId="433576511" sldId="2147468674"/>
        </pc:sldMkLst>
        <pc:spChg chg="mod">
          <ac:chgData name="Takeuchi, Koichiro" userId="b3848a05-443b-4434-8fa5-7398ca0c03c9" providerId="ADAL" clId="{A10AC5A3-C711-4270-8EF1-30E20D42DEFA}" dt="2024-05-27T04:08:16.414" v="1575" actId="20577"/>
          <ac:spMkLst>
            <pc:docMk/>
            <pc:sldMk cId="433576511" sldId="214746867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10:19.189" v="1918" actId="20577"/>
          <ac:spMkLst>
            <pc:docMk/>
            <pc:sldMk cId="433576511" sldId="2147468674"/>
            <ac:spMk id="3" creationId="{6F87811F-22A0-40CB-5137-F9234735B4E4}"/>
          </ac:spMkLst>
        </pc:spChg>
        <pc:picChg chg="add mod">
          <ac:chgData name="Takeuchi, Koichiro" userId="b3848a05-443b-4434-8fa5-7398ca0c03c9" providerId="ADAL" clId="{A10AC5A3-C711-4270-8EF1-30E20D42DEFA}" dt="2024-05-27T04:10:34.871" v="1935" actId="12788"/>
          <ac:picMkLst>
            <pc:docMk/>
            <pc:sldMk cId="433576511" sldId="2147468674"/>
            <ac:picMk id="7" creationId="{DFAAF379-E32E-E6BF-CFC5-DE0131C380F0}"/>
          </ac:picMkLst>
        </pc:picChg>
        <pc:picChg chg="add mod">
          <ac:chgData name="Takeuchi, Koichiro" userId="b3848a05-443b-4434-8fa5-7398ca0c03c9" providerId="ADAL" clId="{A10AC5A3-C711-4270-8EF1-30E20D42DEFA}" dt="2024-05-27T04:10:54.227" v="1937" actId="1076"/>
          <ac:picMkLst>
            <pc:docMk/>
            <pc:sldMk cId="433576511" sldId="2147468674"/>
            <ac:picMk id="8" creationId="{EAA12EBC-3A81-64AB-AC81-85308ECC04EB}"/>
          </ac:picMkLst>
        </pc:picChg>
        <pc:picChg chg="del">
          <ac:chgData name="Takeuchi, Koichiro" userId="b3848a05-443b-4434-8fa5-7398ca0c03c9" providerId="ADAL" clId="{A10AC5A3-C711-4270-8EF1-30E20D42DEFA}" dt="2024-05-27T00:29:39.875" v="1029" actId="478"/>
          <ac:picMkLst>
            <pc:docMk/>
            <pc:sldMk cId="433576511" sldId="2147468674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5:12:09.039" v="5364" actId="20577"/>
        <pc:sldMkLst>
          <pc:docMk/>
          <pc:sldMk cId="3380780641" sldId="2147480792"/>
        </pc:sldMkLst>
        <pc:spChg chg="mod">
          <ac:chgData name="Takeuchi, Koichiro" userId="b3848a05-443b-4434-8fa5-7398ca0c03c9" providerId="ADAL" clId="{A10AC5A3-C711-4270-8EF1-30E20D42DEFA}" dt="2024-05-27T04:21:28.898" v="2571" actId="20577"/>
          <ac:spMkLst>
            <pc:docMk/>
            <pc:sldMk cId="3380780641" sldId="2147480792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A10AC5A3-C711-4270-8EF1-30E20D42DEFA}" dt="2024-05-27T04:15:45.662" v="2105" actId="553"/>
          <ac:spMkLst>
            <pc:docMk/>
            <pc:sldMk cId="3380780641" sldId="2147480792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5:12:09.039" v="5364" actId="20577"/>
          <ac:spMkLst>
            <pc:docMk/>
            <pc:sldMk cId="3380780641" sldId="2147480792"/>
            <ac:spMk id="7" creationId="{1B5211A4-A2F7-DA77-FBA5-5E4B3AB84E16}"/>
          </ac:spMkLst>
        </pc:spChg>
        <pc:spChg chg="add mod">
          <ac:chgData name="Takeuchi, Koichiro" userId="b3848a05-443b-4434-8fa5-7398ca0c03c9" providerId="ADAL" clId="{A10AC5A3-C711-4270-8EF1-30E20D42DEFA}" dt="2024-05-27T04:20:13.890" v="2507" actId="14100"/>
          <ac:spMkLst>
            <pc:docMk/>
            <pc:sldMk cId="3380780641" sldId="2147480792"/>
            <ac:spMk id="10" creationId="{CA2226FC-67DA-01C3-0531-A5E1DBB5BD40}"/>
          </ac:spMkLst>
        </pc:spChg>
        <pc:spChg chg="add del mod">
          <ac:chgData name="Takeuchi, Koichiro" userId="b3848a05-443b-4434-8fa5-7398ca0c03c9" providerId="ADAL" clId="{A10AC5A3-C711-4270-8EF1-30E20D42DEFA}" dt="2024-05-27T04:19:42.485" v="2445" actId="478"/>
          <ac:spMkLst>
            <pc:docMk/>
            <pc:sldMk cId="3380780641" sldId="2147480792"/>
            <ac:spMk id="12" creationId="{EA70F34F-FE9E-C8AC-0D60-A2F4C787DEC8}"/>
          </ac:spMkLst>
        </pc:spChg>
        <pc:spChg chg="mod">
          <ac:chgData name="Takeuchi, Koichiro" userId="b3848a05-443b-4434-8fa5-7398ca0c03c9" providerId="ADAL" clId="{A10AC5A3-C711-4270-8EF1-30E20D42DEFA}" dt="2024-05-27T04:12:23.804" v="1942" actId="20577"/>
          <ac:spMkLst>
            <pc:docMk/>
            <pc:sldMk cId="3380780641" sldId="2147480792"/>
            <ac:spMk id="17" creationId="{083A2009-DE8D-7170-4EDD-1B7262FF0E8C}"/>
          </ac:spMkLst>
        </pc:spChg>
        <pc:spChg chg="mod">
          <ac:chgData name="Takeuchi, Koichiro" userId="b3848a05-443b-4434-8fa5-7398ca0c03c9" providerId="ADAL" clId="{A10AC5A3-C711-4270-8EF1-30E20D42DEFA}" dt="2024-05-27T04:12:47.519" v="1946" actId="20577"/>
          <ac:spMkLst>
            <pc:docMk/>
            <pc:sldMk cId="3380780641" sldId="2147480792"/>
            <ac:spMk id="29" creationId="{977CAF50-4B26-C9A6-7881-73344BC7CC1C}"/>
          </ac:spMkLst>
        </pc:spChg>
        <pc:spChg chg="mod">
          <ac:chgData name="Takeuchi, Koichiro" userId="b3848a05-443b-4434-8fa5-7398ca0c03c9" providerId="ADAL" clId="{A10AC5A3-C711-4270-8EF1-30E20D42DEFA}" dt="2024-05-27T04:12:30.152" v="1943" actId="20577"/>
          <ac:spMkLst>
            <pc:docMk/>
            <pc:sldMk cId="3380780641" sldId="2147480792"/>
            <ac:spMk id="35" creationId="{99BE1930-A4D9-163E-5B83-617E95228432}"/>
          </ac:spMkLst>
        </pc:spChg>
        <pc:spChg chg="mod">
          <ac:chgData name="Takeuchi, Koichiro" userId="b3848a05-443b-4434-8fa5-7398ca0c03c9" providerId="ADAL" clId="{A10AC5A3-C711-4270-8EF1-30E20D42DEFA}" dt="2024-05-27T04:25:18.464" v="2605" actId="20577"/>
          <ac:spMkLst>
            <pc:docMk/>
            <pc:sldMk cId="3380780641" sldId="2147480792"/>
            <ac:spMk id="43" creationId="{EF519FEC-48F7-8BB9-A93C-07791DF83E83}"/>
          </ac:spMkLst>
        </pc:spChg>
        <pc:spChg chg="mod">
          <ac:chgData name="Takeuchi, Koichiro" userId="b3848a05-443b-4434-8fa5-7398ca0c03c9" providerId="ADAL" clId="{A10AC5A3-C711-4270-8EF1-30E20D42DEFA}" dt="2024-05-27T04:12:36.569" v="1944" actId="20577"/>
          <ac:spMkLst>
            <pc:docMk/>
            <pc:sldMk cId="3380780641" sldId="2147480792"/>
            <ac:spMk id="54" creationId="{BAC2B6A7-9D34-D63D-B15E-0FD27291A939}"/>
          </ac:spMkLst>
        </pc:spChg>
        <pc:spChg chg="mod">
          <ac:chgData name="Takeuchi, Koichiro" userId="b3848a05-443b-4434-8fa5-7398ca0c03c9" providerId="ADAL" clId="{A10AC5A3-C711-4270-8EF1-30E20D42DEFA}" dt="2024-05-27T04:12:42.913" v="1945" actId="20577"/>
          <ac:spMkLst>
            <pc:docMk/>
            <pc:sldMk cId="3380780641" sldId="2147480792"/>
            <ac:spMk id="64" creationId="{AD077B82-6358-F618-174B-E22DB4F61C52}"/>
          </ac:spMkLst>
        </pc:spChg>
        <pc:picChg chg="add del mod">
          <ac:chgData name="Takeuchi, Koichiro" userId="b3848a05-443b-4434-8fa5-7398ca0c03c9" providerId="ADAL" clId="{A10AC5A3-C711-4270-8EF1-30E20D42DEFA}" dt="2024-05-27T04:13:54.790" v="1949" actId="478"/>
          <ac:picMkLst>
            <pc:docMk/>
            <pc:sldMk cId="3380780641" sldId="2147480792"/>
            <ac:picMk id="3" creationId="{34BEE31B-70D9-EB52-9610-DCA916BF7914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4:08:04.560" v="1565" actId="1076"/>
        <pc:sldMkLst>
          <pc:docMk/>
          <pc:sldMk cId="866521024" sldId="2147480793"/>
        </pc:sldMkLst>
        <pc:spChg chg="mod">
          <ac:chgData name="Takeuchi, Koichiro" userId="b3848a05-443b-4434-8fa5-7398ca0c03c9" providerId="ADAL" clId="{A10AC5A3-C711-4270-8EF1-30E20D42DEFA}" dt="2024-05-27T04:04:48.102" v="1437" actId="20577"/>
          <ac:spMkLst>
            <pc:docMk/>
            <pc:sldMk cId="866521024" sldId="2147480793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06:23.174" v="1503" actId="20577"/>
          <ac:spMkLst>
            <pc:docMk/>
            <pc:sldMk cId="866521024" sldId="2147480793"/>
            <ac:spMk id="3" creationId="{6F87811F-22A0-40CB-5137-F9234735B4E4}"/>
          </ac:spMkLst>
        </pc:spChg>
        <pc:spChg chg="add del mod">
          <ac:chgData name="Takeuchi, Koichiro" userId="b3848a05-443b-4434-8fa5-7398ca0c03c9" providerId="ADAL" clId="{A10AC5A3-C711-4270-8EF1-30E20D42DEFA}" dt="2024-05-27T04:06:27.103" v="1504" actId="478"/>
          <ac:spMkLst>
            <pc:docMk/>
            <pc:sldMk cId="866521024" sldId="2147480793"/>
            <ac:spMk id="7" creationId="{B5FE27F0-41B8-4DE5-AAE5-52C036E682F5}"/>
          </ac:spMkLst>
        </pc:spChg>
        <pc:spChg chg="add mod">
          <ac:chgData name="Takeuchi, Koichiro" userId="b3848a05-443b-4434-8fa5-7398ca0c03c9" providerId="ADAL" clId="{A10AC5A3-C711-4270-8EF1-30E20D42DEFA}" dt="2024-05-27T04:08:04.560" v="1565" actId="1076"/>
          <ac:spMkLst>
            <pc:docMk/>
            <pc:sldMk cId="866521024" sldId="2147480793"/>
            <ac:spMk id="12" creationId="{6DFF5B37-F258-E7EB-C7F6-A74D3DDB5CF8}"/>
          </ac:spMkLst>
        </pc:spChg>
        <pc:picChg chg="add del mod">
          <ac:chgData name="Takeuchi, Koichiro" userId="b3848a05-443b-4434-8fa5-7398ca0c03c9" providerId="ADAL" clId="{A10AC5A3-C711-4270-8EF1-30E20D42DEFA}" dt="2024-05-27T04:06:43.636" v="1526" actId="21"/>
          <ac:picMkLst>
            <pc:docMk/>
            <pc:sldMk cId="866521024" sldId="2147480793"/>
            <ac:picMk id="8" creationId="{9AF64A7D-EB64-2C23-3494-962B279FBC28}"/>
          </ac:picMkLst>
        </pc:picChg>
        <pc:picChg chg="add">
          <ac:chgData name="Takeuchi, Koichiro" userId="b3848a05-443b-4434-8fa5-7398ca0c03c9" providerId="ADAL" clId="{A10AC5A3-C711-4270-8EF1-30E20D42DEFA}" dt="2024-05-27T04:07:22.141" v="1527"/>
          <ac:picMkLst>
            <pc:docMk/>
            <pc:sldMk cId="866521024" sldId="2147480793"/>
            <ac:picMk id="9" creationId="{2DF16D7E-AF57-9A60-C677-3F4C687D34C6}"/>
          </ac:picMkLst>
        </pc:picChg>
        <pc:picChg chg="add mod">
          <ac:chgData name="Takeuchi, Koichiro" userId="b3848a05-443b-4434-8fa5-7398ca0c03c9" providerId="ADAL" clId="{A10AC5A3-C711-4270-8EF1-30E20D42DEFA}" dt="2024-05-27T04:07:46.103" v="1563" actId="12788"/>
          <ac:picMkLst>
            <pc:docMk/>
            <pc:sldMk cId="866521024" sldId="2147480793"/>
            <ac:picMk id="10" creationId="{CC563D87-2C01-0B03-08A1-920A5F8E3CB7}"/>
          </ac:picMkLst>
        </pc:picChg>
        <pc:picChg chg="add mod">
          <ac:chgData name="Takeuchi, Koichiro" userId="b3848a05-443b-4434-8fa5-7398ca0c03c9" providerId="ADAL" clId="{A10AC5A3-C711-4270-8EF1-30E20D42DEFA}" dt="2024-05-27T04:08:04.560" v="1565" actId="1076"/>
          <ac:picMkLst>
            <pc:docMk/>
            <pc:sldMk cId="866521024" sldId="2147480793"/>
            <ac:picMk id="11" creationId="{E8A2F3C0-D1EF-2B27-F262-C9561CECF19A}"/>
          </ac:picMkLst>
        </pc:picChg>
        <pc:picChg chg="del">
          <ac:chgData name="Takeuchi, Koichiro" userId="b3848a05-443b-4434-8fa5-7398ca0c03c9" providerId="ADAL" clId="{A10AC5A3-C711-4270-8EF1-30E20D42DEFA}" dt="2024-05-27T04:04:56.082" v="1438" actId="478"/>
          <ac:picMkLst>
            <pc:docMk/>
            <pc:sldMk cId="866521024" sldId="2147480793"/>
            <ac:picMk id="32" creationId="{2C685C17-3EF0-1232-112D-1DD6513B6786}"/>
          </ac:picMkLst>
        </pc:picChg>
      </pc:sldChg>
      <pc:sldChg chg="add del">
        <pc:chgData name="Takeuchi, Koichiro" userId="b3848a05-443b-4434-8fa5-7398ca0c03c9" providerId="ADAL" clId="{A10AC5A3-C711-4270-8EF1-30E20D42DEFA}" dt="2024-05-27T04:12:03.189" v="1939"/>
        <pc:sldMkLst>
          <pc:docMk/>
          <pc:sldMk cId="1128847977" sldId="2147480794"/>
        </pc:sldMkLst>
      </pc:sldChg>
      <pc:sldChg chg="add del">
        <pc:chgData name="Takeuchi, Koichiro" userId="b3848a05-443b-4434-8fa5-7398ca0c03c9" providerId="ADAL" clId="{A10AC5A3-C711-4270-8EF1-30E20D42DEFA}" dt="2024-05-27T04:20:36.863" v="2510"/>
        <pc:sldMkLst>
          <pc:docMk/>
          <pc:sldMk cId="1727773108" sldId="2147480794"/>
        </pc:sldMkLst>
      </pc:sldChg>
      <pc:sldChg chg="add del">
        <pc:chgData name="Takeuchi, Koichiro" userId="b3848a05-443b-4434-8fa5-7398ca0c03c9" providerId="ADAL" clId="{A10AC5A3-C711-4270-8EF1-30E20D42DEFA}" dt="2024-05-27T04:14:08.990" v="1950" actId="47"/>
        <pc:sldMkLst>
          <pc:docMk/>
          <pc:sldMk cId="3018718395" sldId="2147480794"/>
        </pc:sldMkLst>
      </pc:sldChg>
      <pc:sldChg chg="addSp delSp modSp add mod">
        <pc:chgData name="Takeuchi, Koichiro" userId="b3848a05-443b-4434-8fa5-7398ca0c03c9" providerId="ADAL" clId="{A10AC5A3-C711-4270-8EF1-30E20D42DEFA}" dt="2024-05-27T08:18:57.776" v="6766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A10AC5A3-C711-4270-8EF1-30E20D42DEFA}" dt="2024-05-27T04:21:40.643" v="2585" actId="20577"/>
          <ac:spMkLst>
            <pc:docMk/>
            <pc:sldMk cId="3530669204" sldId="2147480794"/>
            <ac:spMk id="2" creationId="{236E8044-5707-32C9-BB39-B5830ACA9388}"/>
          </ac:spMkLst>
        </pc:spChg>
        <pc:spChg chg="add mod topLvl">
          <ac:chgData name="Takeuchi, Koichiro" userId="b3848a05-443b-4434-8fa5-7398ca0c03c9" providerId="ADAL" clId="{A10AC5A3-C711-4270-8EF1-30E20D42DEFA}" dt="2024-05-27T08:06:35.852" v="6231" actId="555"/>
          <ac:spMkLst>
            <pc:docMk/>
            <pc:sldMk cId="3530669204" sldId="2147480794"/>
            <ac:spMk id="3" creationId="{7283448C-C2AA-FFB3-0F48-D72492AA42E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8:11:37.523" v="6370" actId="20577"/>
          <ac:spMkLst>
            <pc:docMk/>
            <pc:sldMk cId="3530669204" sldId="2147480794"/>
            <ac:spMk id="7" creationId="{1B5211A4-A2F7-DA77-FBA5-5E4B3AB84E1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" creationId="{2CA609B8-100F-2FFC-0D6C-9388BFD631E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0" creationId="{CA2226FC-67DA-01C3-0531-A5E1DBB5BD40}"/>
          </ac:spMkLst>
        </pc:spChg>
        <pc:spChg chg="add mod topLvl">
          <ac:chgData name="Takeuchi, Koichiro" userId="b3848a05-443b-4434-8fa5-7398ca0c03c9" providerId="ADAL" clId="{A10AC5A3-C711-4270-8EF1-30E20D42DEFA}" dt="2024-05-27T08:18:57.776" v="6766" actId="20577"/>
          <ac:spMkLst>
            <pc:docMk/>
            <pc:sldMk cId="3530669204" sldId="2147480794"/>
            <ac:spMk id="12" creationId="{26DC941C-576A-D927-9AC2-62538BC1BF71}"/>
          </ac:spMkLst>
        </pc:spChg>
        <pc:spChg chg="add mod topLvl">
          <ac:chgData name="Takeuchi, Koichiro" userId="b3848a05-443b-4434-8fa5-7398ca0c03c9" providerId="ADAL" clId="{A10AC5A3-C711-4270-8EF1-30E20D42DEFA}" dt="2024-05-27T08:14:14.215" v="6549" actId="555"/>
          <ac:spMkLst>
            <pc:docMk/>
            <pc:sldMk cId="3530669204" sldId="2147480794"/>
            <ac:spMk id="13" creationId="{4E845ACE-23B3-25E4-65FE-6D0CEE69A0F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4" creationId="{655035C4-C4C1-D891-37D0-8355934D8287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5" creationId="{FD5188EF-6030-23A8-2831-026741BE3232}"/>
          </ac:spMkLst>
        </pc:spChg>
        <pc:spChg chg="add mod topLvl">
          <ac:chgData name="Takeuchi, Koichiro" userId="b3848a05-443b-4434-8fa5-7398ca0c03c9" providerId="ADAL" clId="{A10AC5A3-C711-4270-8EF1-30E20D42DEFA}" dt="2024-05-27T08:14:38.945" v="6596" actId="20577"/>
          <ac:spMkLst>
            <pc:docMk/>
            <pc:sldMk cId="3530669204" sldId="2147480794"/>
            <ac:spMk id="16" creationId="{617E6CC5-E981-4213-4242-3781147CE3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7" creationId="{083A2009-DE8D-7170-4EDD-1B7262FF0E8C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8" creationId="{E5C9D409-4DFE-2797-E260-F67D50BB597E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2" creationId="{C5B1A5B0-06DF-37A3-048B-FB28C07B404B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6" creationId="{A1AAF9C4-F40C-89C3-72A8-B627A53E58B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8" creationId="{9FE2547F-9DA9-C71E-61FD-C88AABA25CE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9" creationId="{977CAF50-4B26-C9A6-7881-73344BC7CC1C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30" creationId="{058CE3D4-AFF8-BCE4-358F-C991B1BCEAD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5" creationId="{99BE1930-A4D9-163E-5B83-617E9522843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6" creationId="{A1ACC864-0298-6029-9A6B-27EBF4FEB8F3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37" creationId="{3E27E42F-3387-27BE-AB07-BCA49CFF0AEE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40" creationId="{00D7C407-F1F8-02D4-2BF1-078D990A55F8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2" creationId="{4A2D638F-F20F-7000-AB0B-56AE5AA26A0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3" creationId="{EF519FEC-48F7-8BB9-A93C-07791DF83E8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4" creationId="{0D630056-F1F1-3257-1799-8B51BD0AF2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5" creationId="{9A4F28C1-C7D5-29B9-0601-D42852F223E2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48" creationId="{311B08D4-CC62-B6FF-97E8-6D0A1151A0A4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9" creationId="{00B3F2BC-AABC-A866-BF27-304BE2B18885}"/>
          </ac:spMkLst>
        </pc:spChg>
        <pc:spChg chg="add mod">
          <ac:chgData name="Takeuchi, Koichiro" userId="b3848a05-443b-4434-8fa5-7398ca0c03c9" providerId="ADAL" clId="{A10AC5A3-C711-4270-8EF1-30E20D42DEFA}" dt="2024-05-27T08:05:29.373" v="6205" actId="1076"/>
          <ac:spMkLst>
            <pc:docMk/>
            <pc:sldMk cId="3530669204" sldId="2147480794"/>
            <ac:spMk id="50" creationId="{EC91DEA5-C9C9-FF3D-9931-D5146ED1628D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4" creationId="{BAC2B6A7-9D34-D63D-B15E-0FD27291A939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8" creationId="{BE7C8E36-3686-5FE4-ED5A-DDB8FAA459F1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63" creationId="{AB5D7715-7E25-7C56-C228-0D2BB8C0FE4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4" creationId="{AD077B82-6358-F618-174B-E22DB4F61C5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7" creationId="{18F5C232-5D6B-8305-B091-2061E8EEFD60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9" creationId="{50F3E437-7D14-392F-DB1E-00047214169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90" creationId="{9DEF6CE1-C883-A006-8C35-85A75D44D578}"/>
          </ac:spMkLst>
        </pc:spChg>
        <pc:spChg chg="del">
          <ac:chgData name="Takeuchi, Koichiro" userId="b3848a05-443b-4434-8fa5-7398ca0c03c9" providerId="ADAL" clId="{A10AC5A3-C711-4270-8EF1-30E20D42DEFA}" dt="2024-05-27T04:21:47.334" v="2586" actId="478"/>
          <ac:spMkLst>
            <pc:docMk/>
            <pc:sldMk cId="3530669204" sldId="2147480794"/>
            <ac:spMk id="91" creationId="{119FCF50-34CF-7AA6-D964-555D3CF8C742}"/>
          </ac:spMkLst>
        </pc:spChg>
        <pc:grpChg chg="add del mod">
          <ac:chgData name="Takeuchi, Koichiro" userId="b3848a05-443b-4434-8fa5-7398ca0c03c9" providerId="ADAL" clId="{A10AC5A3-C711-4270-8EF1-30E20D42DEFA}" dt="2024-05-27T08:06:31.507" v="6229" actId="165"/>
          <ac:grpSpMkLst>
            <pc:docMk/>
            <pc:sldMk cId="3530669204" sldId="2147480794"/>
            <ac:grpSpMk id="8" creationId="{D2391BDC-3EC5-F420-6942-660385145645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19" creationId="{CBAB4438-F74C-2CD2-D6C3-355E0D2CAEA2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41" creationId="{E0F1022A-8041-D3BD-9622-E13713487058}"/>
          </ac:grpSpMkLst>
        </pc:grpChg>
        <pc:picChg chg="add del mod">
          <ac:chgData name="Takeuchi, Koichiro" userId="b3848a05-443b-4434-8fa5-7398ca0c03c9" providerId="ADAL" clId="{A10AC5A3-C711-4270-8EF1-30E20D42DEFA}" dt="2024-05-27T04:57:27.445" v="4943" actId="478"/>
          <ac:picMkLst>
            <pc:docMk/>
            <pc:sldMk cId="3530669204" sldId="2147480794"/>
            <ac:picMk id="4" creationId="{E8A5A36E-3DE3-1165-94F1-0A244C2CBF2A}"/>
          </ac:picMkLst>
        </pc:picChg>
        <pc:picChg chg="add mod">
          <ac:chgData name="Takeuchi, Koichiro" userId="b3848a05-443b-4434-8fa5-7398ca0c03c9" providerId="ADAL" clId="{A10AC5A3-C711-4270-8EF1-30E20D42DEFA}" dt="2024-05-27T08:06:35.852" v="6231" actId="555"/>
          <ac:picMkLst>
            <pc:docMk/>
            <pc:sldMk cId="3530669204" sldId="2147480794"/>
            <ac:picMk id="10" creationId="{7CB25799-E983-64FF-81DF-CC7172679947}"/>
          </ac:picMkLst>
        </pc:picChg>
        <pc:picChg chg="add del mod">
          <ac:chgData name="Takeuchi, Koichiro" userId="b3848a05-443b-4434-8fa5-7398ca0c03c9" providerId="ADAL" clId="{A10AC5A3-C711-4270-8EF1-30E20D42DEFA}" dt="2024-05-27T08:14:14.215" v="6549" actId="555"/>
          <ac:picMkLst>
            <pc:docMk/>
            <pc:sldMk cId="3530669204" sldId="2147480794"/>
            <ac:picMk id="14" creationId="{02704DD5-8396-4DA5-8DC6-9F1214CB1B57}"/>
          </ac:picMkLst>
        </pc:picChg>
        <pc:picChg chg="add mod">
          <ac:chgData name="Takeuchi, Koichiro" userId="b3848a05-443b-4434-8fa5-7398ca0c03c9" providerId="ADAL" clId="{A10AC5A3-C711-4270-8EF1-30E20D42DEFA}" dt="2024-05-27T08:13:58.770" v="6544" actId="1036"/>
          <ac:picMkLst>
            <pc:docMk/>
            <pc:sldMk cId="3530669204" sldId="2147480794"/>
            <ac:picMk id="17" creationId="{FFA40AC8-2934-29E8-59D5-B5E5F8ED613D}"/>
          </ac:picMkLst>
        </pc:pic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9" creationId="{14461F44-960D-15E2-BE93-F8E477E14593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11" creationId="{BD65BEFB-C496-D0FE-48DF-C3F4DA95E70C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3" creationId="{C0C95C15-3F71-9E9D-1575-C2D26A9E4A70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4" creationId="{E8E19477-C774-ACB2-1929-29E11D5BFD5D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5" creationId="{04BBDA36-239E-CA1A-7E6E-4D9C389BEEED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7" creationId="{FF1E746F-BC0B-702B-1E6F-6072329CA152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1" creationId="{4E4A4944-7882-6E7B-54CE-BB81AEE3D359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2" creationId="{53609A2D-DC53-5B5F-F1C9-13C64E165B9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3" creationId="{7C529D40-A930-4D41-4E1E-B503C5ADDBEF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4" creationId="{559470EA-2959-6C85-BF44-845229B7617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8" creationId="{5C76CB6C-C58E-2267-079F-69B9A8FBD3F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9" creationId="{738A7337-175F-CDEA-51A4-C901E6835DD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3" creationId="{01E32C2F-7359-5AFE-DF08-979E49F6A81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5" creationId="{1F2CF0C5-290A-8E14-A2AA-4E2654D34418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9" creationId="{E0FF5DCA-37C9-2FF7-1812-0ED6E7EA0397}"/>
          </ac:cxnSpMkLst>
        </pc:cxnChg>
        <pc:cxnChg chg="del mod">
          <ac:chgData name="Takeuchi, Koichiro" userId="b3848a05-443b-4434-8fa5-7398ca0c03c9" providerId="ADAL" clId="{A10AC5A3-C711-4270-8EF1-30E20D42DEFA}" dt="2024-05-27T04:21:52.864" v="2588" actId="478"/>
          <ac:cxnSpMkLst>
            <pc:docMk/>
            <pc:sldMk cId="3530669204" sldId="2147480794"/>
            <ac:cxnSpMk id="62" creationId="{C3EEDDD8-3381-40BE-C7A7-2754EF273575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86" creationId="{AFDD9068-FCE2-026E-A06D-592275F190E6}"/>
          </ac:cxnSpMkLst>
        </pc:cxnChg>
      </pc:sldChg>
      <pc:sldChg chg="add del">
        <pc:chgData name="Takeuchi, Koichiro" userId="b3848a05-443b-4434-8fa5-7398ca0c03c9" providerId="ADAL" clId="{A10AC5A3-C711-4270-8EF1-30E20D42DEFA}" dt="2024-05-27T04:20:18.030" v="2508" actId="47"/>
        <pc:sldMkLst>
          <pc:docMk/>
          <pc:sldMk cId="3615051397" sldId="2147480794"/>
        </pc:sldMkLst>
      </pc:sldChg>
      <pc:sldChg chg="delSp modSp add del mod">
        <pc:chgData name="Takeuchi, Koichiro" userId="b3848a05-443b-4434-8fa5-7398ca0c03c9" providerId="ADAL" clId="{A10AC5A3-C711-4270-8EF1-30E20D42DEFA}" dt="2024-05-27T04:21:23.253" v="2558" actId="47"/>
        <pc:sldMkLst>
          <pc:docMk/>
          <pc:sldMk cId="3847908341" sldId="2147480794"/>
        </pc:sldMkLst>
        <pc:spChg chg="mod">
          <ac:chgData name="Takeuchi, Koichiro" userId="b3848a05-443b-4434-8fa5-7398ca0c03c9" providerId="ADAL" clId="{A10AC5A3-C711-4270-8EF1-30E20D42DEFA}" dt="2024-05-27T04:21:21.071" v="2557" actId="20577"/>
          <ac:spMkLst>
            <pc:docMk/>
            <pc:sldMk cId="3847908341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20:55.165" v="2512"/>
          <ac:spMkLst>
            <pc:docMk/>
            <pc:sldMk cId="3847908341" sldId="2147480794"/>
            <ac:spMk id="4" creationId="{4E91C10C-2DEB-B4D7-60F2-3238F2D38E1C}"/>
          </ac:spMkLst>
        </pc:spChg>
        <pc:picChg chg="del">
          <ac:chgData name="Takeuchi, Koichiro" userId="b3848a05-443b-4434-8fa5-7398ca0c03c9" providerId="ADAL" clId="{A10AC5A3-C711-4270-8EF1-30E20D42DEFA}" dt="2024-05-27T04:21:02.819" v="2513" actId="478"/>
          <ac:picMkLst>
            <pc:docMk/>
            <pc:sldMk cId="3847908341" sldId="2147480794"/>
            <ac:picMk id="8" creationId="{EAA12EBC-3A81-64AB-AC81-85308ECC04EB}"/>
          </ac:picMkLst>
        </pc:picChg>
      </pc:sldChg>
    </pc:docChg>
  </pc:docChgLst>
  <pc:docChgLst>
    <pc:chgData name="Takeuchi, Koichiro" userId="b3848a05-443b-4434-8fa5-7398ca0c03c9" providerId="ADAL" clId="{3FF7AD84-CD27-40CD-9322-45A975286410}"/>
    <pc:docChg chg="undo redo custSel addSld delSld modSld modSection">
      <pc:chgData name="Takeuchi, Koichiro" userId="b3848a05-443b-4434-8fa5-7398ca0c03c9" providerId="ADAL" clId="{3FF7AD84-CD27-40CD-9322-45A975286410}" dt="2024-06-13T01:18:24.752" v="9233" actId="47"/>
      <pc:docMkLst>
        <pc:docMk/>
      </pc:docMkLst>
      <pc:sldChg chg="addSp modSp mod">
        <pc:chgData name="Takeuchi, Koichiro" userId="b3848a05-443b-4434-8fa5-7398ca0c03c9" providerId="ADAL" clId="{3FF7AD84-CD27-40CD-9322-45A975286410}" dt="2024-06-10T11:26:35.267" v="74" actId="20577"/>
        <pc:sldMkLst>
          <pc:docMk/>
          <pc:sldMk cId="1060982302" sldId="2147468617"/>
        </pc:sldMkLst>
        <pc:spChg chg="add mod">
          <ac:chgData name="Takeuchi, Koichiro" userId="b3848a05-443b-4434-8fa5-7398ca0c03c9" providerId="ADAL" clId="{3FF7AD84-CD27-40CD-9322-45A975286410}" dt="2024-06-10T11:26:35.267" v="74" actId="20577"/>
          <ac:spMkLst>
            <pc:docMk/>
            <pc:sldMk cId="1060982302" sldId="2147468617"/>
            <ac:spMk id="2" creationId="{74DC4784-B7FB-E1A2-F2A0-A5B535D7B282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27:48.644" v="199" actId="14100"/>
        <pc:sldMkLst>
          <pc:docMk/>
          <pc:sldMk cId="4282457053" sldId="2147468665"/>
        </pc:sldMkLst>
        <pc:spChg chg="add mod">
          <ac:chgData name="Takeuchi, Koichiro" userId="b3848a05-443b-4434-8fa5-7398ca0c03c9" providerId="ADAL" clId="{3FF7AD84-CD27-40CD-9322-45A975286410}" dt="2024-06-10T11:27:48.644" v="199" actId="14100"/>
          <ac:spMkLst>
            <pc:docMk/>
            <pc:sldMk cId="4282457053" sldId="2147468665"/>
            <ac:spMk id="7" creationId="{51A42D31-C7F7-6BF7-B68A-3EA6F349BF1A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39:25.797" v="1106" actId="20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3FF7AD84-CD27-40CD-9322-45A975286410}" dt="2024-06-10T11:39:25.797" v="1106" actId="207"/>
          <ac:spMkLst>
            <pc:docMk/>
            <pc:sldMk cId="908662233" sldId="2147468668"/>
            <ac:spMk id="8" creationId="{1ABCF44E-DBCE-D47D-67E1-104D96828BC6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47:17.468" v="1648" actId="14100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3FF7AD84-CD27-40CD-9322-45A975286410}" dt="2024-06-10T11:47:17.468" v="1648" actId="14100"/>
          <ac:spMkLst>
            <pc:docMk/>
            <pc:sldMk cId="3260510982" sldId="2147468670"/>
            <ac:spMk id="11" creationId="{227FD820-8866-0E2F-DF4E-F73E11BA2FE9}"/>
          </ac:spMkLst>
        </pc:spChg>
      </pc:sldChg>
      <pc:sldChg chg="addSp delSp modSp mod">
        <pc:chgData name="Takeuchi, Koichiro" userId="b3848a05-443b-4434-8fa5-7398ca0c03c9" providerId="ADAL" clId="{3FF7AD84-CD27-40CD-9322-45A975286410}" dt="2024-06-11T06:19:12.602" v="2461" actId="14100"/>
        <pc:sldMkLst>
          <pc:docMk/>
          <pc:sldMk cId="3380780641" sldId="2147480792"/>
        </pc:sldMkLst>
        <pc:spChg chg="add mod">
          <ac:chgData name="Takeuchi, Koichiro" userId="b3848a05-443b-4434-8fa5-7398ca0c03c9" providerId="ADAL" clId="{3FF7AD84-CD27-40CD-9322-45A975286410}" dt="2024-06-11T06:19:12.602" v="2461" actId="14100"/>
          <ac:spMkLst>
            <pc:docMk/>
            <pc:sldMk cId="3380780641" sldId="2147480792"/>
            <ac:spMk id="3" creationId="{85571E53-A133-2E5D-AE56-260D79029CD8}"/>
          </ac:spMkLst>
        </pc:spChg>
        <pc:spChg chg="add del mod">
          <ac:chgData name="Takeuchi, Koichiro" userId="b3848a05-443b-4434-8fa5-7398ca0c03c9" providerId="ADAL" clId="{3FF7AD84-CD27-40CD-9322-45A975286410}" dt="2024-06-10T11:54:18.156" v="1908" actId="478"/>
          <ac:spMkLst>
            <pc:docMk/>
            <pc:sldMk cId="3380780641" sldId="2147480792"/>
            <ac:spMk id="12" creationId="{21AC2C68-20EE-8470-D4D9-6EB5258904E1}"/>
          </ac:spMkLst>
        </pc:spChg>
      </pc:sldChg>
      <pc:sldChg chg="addSp modSp mod">
        <pc:chgData name="Takeuchi, Koichiro" userId="b3848a05-443b-4434-8fa5-7398ca0c03c9" providerId="ADAL" clId="{3FF7AD84-CD27-40CD-9322-45A975286410}" dt="2024-06-11T07:06:14.544" v="7210" actId="207"/>
        <pc:sldMkLst>
          <pc:docMk/>
          <pc:sldMk cId="3530669204" sldId="2147480794"/>
        </pc:sldMkLst>
        <pc:spChg chg="add mod">
          <ac:chgData name="Takeuchi, Koichiro" userId="b3848a05-443b-4434-8fa5-7398ca0c03c9" providerId="ADAL" clId="{3FF7AD84-CD27-40CD-9322-45A975286410}" dt="2024-06-11T06:23:05.813" v="2873" actId="14100"/>
          <ac:spMkLst>
            <pc:docMk/>
            <pc:sldMk cId="3530669204" sldId="2147480794"/>
            <ac:spMk id="8" creationId="{6C69439B-F130-4AD6-D97D-6B912ABC8D4B}"/>
          </ac:spMkLst>
        </pc:spChg>
        <pc:spChg chg="add mod">
          <ac:chgData name="Takeuchi, Koichiro" userId="b3848a05-443b-4434-8fa5-7398ca0c03c9" providerId="ADAL" clId="{3FF7AD84-CD27-40CD-9322-45A975286410}" dt="2024-06-11T07:06:14.544" v="7210" actId="207"/>
          <ac:spMkLst>
            <pc:docMk/>
            <pc:sldMk cId="3530669204" sldId="2147480794"/>
            <ac:spMk id="9" creationId="{AF4EFFCB-8726-2EA8-11E8-25433F50DCA1}"/>
          </ac:spMkLst>
        </pc:spChg>
      </pc:sldChg>
      <pc:sldChg chg="addSp delSp modSp new mod">
        <pc:chgData name="Takeuchi, Koichiro" userId="b3848a05-443b-4434-8fa5-7398ca0c03c9" providerId="ADAL" clId="{3FF7AD84-CD27-40CD-9322-45A975286410}" dt="2024-06-13T00:10:22.168" v="8896" actId="14100"/>
        <pc:sldMkLst>
          <pc:docMk/>
          <pc:sldMk cId="3876441418" sldId="2147480795"/>
        </pc:sldMkLst>
        <pc:spChg chg="mod">
          <ac:chgData name="Takeuchi, Koichiro" userId="b3848a05-443b-4434-8fa5-7398ca0c03c9" providerId="ADAL" clId="{3FF7AD84-CD27-40CD-9322-45A975286410}" dt="2024-06-11T06:45:41.859" v="3286" actId="20577"/>
          <ac:spMkLst>
            <pc:docMk/>
            <pc:sldMk cId="3876441418" sldId="2147480795"/>
            <ac:spMk id="2" creationId="{14526F6C-C9A4-555D-32CC-C62E692FE11F}"/>
          </ac:spMkLst>
        </pc:spChg>
        <pc:spChg chg="add mod">
          <ac:chgData name="Takeuchi, Koichiro" userId="b3848a05-443b-4434-8fa5-7398ca0c03c9" providerId="ADAL" clId="{3FF7AD84-CD27-40CD-9322-45A975286410}" dt="2024-06-13T00:10:22.168" v="8896" actId="14100"/>
          <ac:spMkLst>
            <pc:docMk/>
            <pc:sldMk cId="3876441418" sldId="2147480795"/>
            <ac:spMk id="3" creationId="{42524B08-E6D1-C294-8489-9840E0EE3E05}"/>
          </ac:spMkLst>
        </pc:spChg>
        <pc:spChg chg="del">
          <ac:chgData name="Takeuchi, Koichiro" userId="b3848a05-443b-4434-8fa5-7398ca0c03c9" providerId="ADAL" clId="{3FF7AD84-CD27-40CD-9322-45A975286410}" dt="2024-06-11T06:46:30.180" v="3288" actId="478"/>
          <ac:spMkLst>
            <pc:docMk/>
            <pc:sldMk cId="3876441418" sldId="2147480795"/>
            <ac:spMk id="3" creationId="{4D1A01A2-4B46-2CD1-886F-D9BEE7B148ED}"/>
          </ac:spMkLst>
        </pc:spChg>
        <pc:spChg chg="add mod">
          <ac:chgData name="Takeuchi, Koichiro" userId="b3848a05-443b-4434-8fa5-7398ca0c03c9" providerId="ADAL" clId="{3FF7AD84-CD27-40CD-9322-45A975286410}" dt="2024-06-11T06:45:46.917" v="3287"/>
          <ac:spMkLst>
            <pc:docMk/>
            <pc:sldMk cId="3876441418" sldId="2147480795"/>
            <ac:spMk id="7" creationId="{57BB8583-EF76-AF2C-50A3-3F582F876C1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0" creationId="{BF33B3E8-A93C-214F-EA80-369AB9385D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1" creationId="{59810F2D-8DBF-28E3-9F04-9F392264237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5" creationId="{66582675-E6B4-BF82-B6C8-5C3FCC24C50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6" creationId="{B588129A-D9E2-C50D-B1C5-8F22CB71CEE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7" creationId="{D9308A04-A83D-2024-AA33-38C29262BBC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8" creationId="{6B398663-5B31-104B-51E7-53FE91745A3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9" creationId="{2F799DB2-C099-F548-3EC8-F99CEEB97F4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0" creationId="{96DD1CF0-4F91-E631-BD03-C61F000B6BF7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1" creationId="{9CF591E3-9A40-9F62-BE93-6B3FE3C6A64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2" creationId="{674B5942-6DCA-06A0-8685-A9545B3B373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3" creationId="{0156D670-CBE0-9E12-5AF8-D6E218C8E7E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4" creationId="{3A5404FC-3E70-9C85-F036-888A9F7083B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5" creationId="{C01BA6D4-ADA6-E096-C2D4-A34A5F72E9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6" creationId="{C34FCC08-2917-80AF-56AA-8715049CBE75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7" creationId="{78ABBFBD-BC2A-CE88-D25D-3CB8B92CD4A8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8" creationId="{A16301A6-E9B5-770A-E2A2-D3C73EC2F723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2:48.574" v="6666" actId="20577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3:27.928" v="6722" actId="20577"/>
          <ac:spMkLst>
            <pc:docMk/>
            <pc:sldMk cId="3876441418" sldId="2147480795"/>
            <ac:spMk id="35" creationId="{F716DEAA-F858-F64C-EB6F-44A850B1B19B}"/>
          </ac:spMkLst>
        </pc:s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8" creationId="{B92268BB-2A16-1CDD-E018-46314A6FCC2D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13" creationId="{9CFD7342-07A7-17D9-A4B0-39F47001062E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0" creationId="{52C41ACA-AADF-7A10-1668-2A79AF5466F2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3" creationId="{AE4C2BE7-54A6-4CB4-2BCF-8E57ADA3557E}"/>
          </ac:grpSpMkLst>
        </pc:grpChg>
        <pc:grpChg chg="add mod">
          <ac:chgData name="Takeuchi, Koichiro" userId="b3848a05-443b-4434-8fa5-7398ca0c03c9" providerId="ADAL" clId="{3FF7AD84-CD27-40CD-9322-45A975286410}" dt="2024-06-11T07:03:34.849" v="6724" actId="12788"/>
          <ac:grpSpMkLst>
            <pc:docMk/>
            <pc:sldMk cId="3876441418" sldId="2147480795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2:44.452" v="6652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3:05.781" v="6677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addSp delSp modSp add mod">
        <pc:chgData name="Takeuchi, Koichiro" userId="b3848a05-443b-4434-8fa5-7398ca0c03c9" providerId="ADAL" clId="{3FF7AD84-CD27-40CD-9322-45A975286410}" dt="2024-06-13T00:57:03.721" v="9231" actId="20577"/>
        <pc:sldMkLst>
          <pc:docMk/>
          <pc:sldMk cId="2516064869" sldId="2147480796"/>
        </pc:sldMkLst>
        <pc:spChg chg="add mod">
          <ac:chgData name="Takeuchi, Koichiro" userId="b3848a05-443b-4434-8fa5-7398ca0c03c9" providerId="ADAL" clId="{3FF7AD84-CD27-40CD-9322-45A975286410}" dt="2024-06-11T07:43:45.536" v="8520" actId="553"/>
          <ac:spMkLst>
            <pc:docMk/>
            <pc:sldMk cId="2516064869" sldId="2147480796"/>
            <ac:spMk id="3" creationId="{45959641-5643-5A9F-D96E-BD37B774EEC7}"/>
          </ac:spMkLst>
        </pc:spChg>
        <pc:spChg chg="add mod">
          <ac:chgData name="Takeuchi, Koichiro" userId="b3848a05-443b-4434-8fa5-7398ca0c03c9" providerId="ADAL" clId="{3FF7AD84-CD27-40CD-9322-45A975286410}" dt="2024-06-11T07:43:46.598" v="8522"/>
          <ac:spMkLst>
            <pc:docMk/>
            <pc:sldMk cId="2516064869" sldId="2147480796"/>
            <ac:spMk id="7" creationId="{0110C97F-91AF-5ED7-E57C-28E3C4B2D143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3FF7AD84-CD27-40CD-9322-45A975286410}" dt="2024-06-13T00:57:03.721" v="9231" actId="20577"/>
          <ac:spMkLst>
            <pc:docMk/>
            <pc:sldMk cId="2516064869" sldId="2147480796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3FF7AD84-CD27-40CD-9322-45A975286410}" dt="2024-06-11T07:26:25.753" v="8305" actId="14100"/>
          <ac:spMkLst>
            <pc:docMk/>
            <pc:sldMk cId="2516064869" sldId="2147480796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3FF7AD84-CD27-40CD-9322-45A975286410}" dt="2024-06-11T07:27:02.019" v="8414" actId="20577"/>
          <ac:spMkLst>
            <pc:docMk/>
            <pc:sldMk cId="2516064869" sldId="2147480796"/>
            <ac:spMk id="25" creationId="{C01BA6D4-ADA6-E096-C2D4-A34A5F72E99D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6" creationId="{C34FCC08-2917-80AF-56AA-8715049CBE75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7" creationId="{78ABBFBD-BC2A-CE88-D25D-3CB8B92CD4A8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8" creationId="{A16301A6-E9B5-770A-E2A2-D3C73EC2F723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4" creationId="{CC5477F1-FA35-F52A-C563-1072D21D9FB6}"/>
          </ac:cxnSpMkLst>
        </pc:cxnChg>
      </pc:sldChg>
      <pc:sldChg chg="addSp modSp new mod">
        <pc:chgData name="Takeuchi, Koichiro" userId="b3848a05-443b-4434-8fa5-7398ca0c03c9" providerId="ADAL" clId="{3FF7AD84-CD27-40CD-9322-45A975286410}" dt="2024-06-11T07:48:04.248" v="8595" actId="1076"/>
        <pc:sldMkLst>
          <pc:docMk/>
          <pc:sldMk cId="1309547912" sldId="2147480797"/>
        </pc:sldMkLst>
        <pc:spChg chg="mod">
          <ac:chgData name="Takeuchi, Koichiro" userId="b3848a05-443b-4434-8fa5-7398ca0c03c9" providerId="ADAL" clId="{3FF7AD84-CD27-40CD-9322-45A975286410}" dt="2024-06-11T07:48:04.248" v="8595" actId="1076"/>
          <ac:spMkLst>
            <pc:docMk/>
            <pc:sldMk cId="1309547912" sldId="2147480797"/>
            <ac:spMk id="2" creationId="{2ACCCE1B-81AB-8BDA-0F5F-0976385D9715}"/>
          </ac:spMkLst>
        </pc:spChg>
        <pc:picChg chg="add mod">
          <ac:chgData name="Takeuchi, Koichiro" userId="b3848a05-443b-4434-8fa5-7398ca0c03c9" providerId="ADAL" clId="{3FF7AD84-CD27-40CD-9322-45A975286410}" dt="2024-06-11T07:47:57.471" v="8593" actId="12788"/>
          <ac:picMkLst>
            <pc:docMk/>
            <pc:sldMk cId="1309547912" sldId="2147480797"/>
            <ac:picMk id="8" creationId="{8CAE6A0C-4A05-6B96-80D6-F8779D1D954A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48:55.346" v="8623" actId="12788"/>
        <pc:sldMkLst>
          <pc:docMk/>
          <pc:sldMk cId="1040805338" sldId="2147480798"/>
        </pc:sldMkLst>
        <pc:spChg chg="mod">
          <ac:chgData name="Takeuchi, Koichiro" userId="b3848a05-443b-4434-8fa5-7398ca0c03c9" providerId="ADAL" clId="{3FF7AD84-CD27-40CD-9322-45A975286410}" dt="2024-06-11T07:48:20.694" v="8618" actId="255"/>
          <ac:spMkLst>
            <pc:docMk/>
            <pc:sldMk cId="1040805338" sldId="2147480798"/>
            <ac:spMk id="2" creationId="{01CA31FE-6DFB-6A83-6096-5F026C5C3632}"/>
          </ac:spMkLst>
        </pc:spChg>
        <pc:spChg chg="del">
          <ac:chgData name="Takeuchi, Koichiro" userId="b3848a05-443b-4434-8fa5-7398ca0c03c9" providerId="ADAL" clId="{3FF7AD84-CD27-40CD-9322-45A975286410}" dt="2024-06-11T07:48:45.055" v="8619" actId="478"/>
          <ac:spMkLst>
            <pc:docMk/>
            <pc:sldMk cId="1040805338" sldId="2147480798"/>
            <ac:spMk id="3" creationId="{5F20228A-A978-BB92-A514-8243B0DAC4A6}"/>
          </ac:spMkLst>
        </pc:spChg>
        <pc:picChg chg="add mod">
          <ac:chgData name="Takeuchi, Koichiro" userId="b3848a05-443b-4434-8fa5-7398ca0c03c9" providerId="ADAL" clId="{3FF7AD84-CD27-40CD-9322-45A975286410}" dt="2024-06-11T07:48:55.346" v="8623" actId="12788"/>
          <ac:picMkLst>
            <pc:docMk/>
            <pc:sldMk cId="1040805338" sldId="2147480798"/>
            <ac:picMk id="8" creationId="{95CEB611-C240-62D9-E715-33EFA587BCA9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1T07:49:24.861" v="8629" actId="12788"/>
        <pc:sldMkLst>
          <pc:docMk/>
          <pc:sldMk cId="831026738" sldId="2147480799"/>
        </pc:sldMkLst>
        <pc:picChg chg="add mod">
          <ac:chgData name="Takeuchi, Koichiro" userId="b3848a05-443b-4434-8fa5-7398ca0c03c9" providerId="ADAL" clId="{3FF7AD84-CD27-40CD-9322-45A975286410}" dt="2024-06-11T07:49:24.861" v="8629" actId="12788"/>
          <ac:picMkLst>
            <pc:docMk/>
            <pc:sldMk cId="831026738" sldId="2147480799"/>
            <ac:picMk id="7" creationId="{D63A5FE3-149A-860A-6DA9-51479A00170C}"/>
          </ac:picMkLst>
        </pc:picChg>
        <pc:picChg chg="del">
          <ac:chgData name="Takeuchi, Koichiro" userId="b3848a05-443b-4434-8fa5-7398ca0c03c9" providerId="ADAL" clId="{3FF7AD84-CD27-40CD-9322-45A975286410}" dt="2024-06-11T07:48:59.707" v="8625" actId="478"/>
          <ac:picMkLst>
            <pc:docMk/>
            <pc:sldMk cId="831026738" sldId="2147480799"/>
            <ac:picMk id="8" creationId="{95CEB611-C240-62D9-E715-33EFA587BCA9}"/>
          </ac:picMkLst>
        </pc:picChg>
      </pc:sldChg>
      <pc:sldChg chg="add del">
        <pc:chgData name="Takeuchi, Koichiro" userId="b3848a05-443b-4434-8fa5-7398ca0c03c9" providerId="ADAL" clId="{3FF7AD84-CD27-40CD-9322-45A975286410}" dt="2024-06-11T07:48:08.888" v="8597"/>
        <pc:sldMkLst>
          <pc:docMk/>
          <pc:sldMk cId="3277807820" sldId="2147480799"/>
        </pc:sldMkLst>
      </pc:sldChg>
      <pc:sldChg chg="addSp delSp modSp add mod">
        <pc:chgData name="Takeuchi, Koichiro" userId="b3848a05-443b-4434-8fa5-7398ca0c03c9" providerId="ADAL" clId="{3FF7AD84-CD27-40CD-9322-45A975286410}" dt="2024-06-11T07:49:52.454" v="8635" actId="12788"/>
        <pc:sldMkLst>
          <pc:docMk/>
          <pc:sldMk cId="457865810" sldId="2147480800"/>
        </pc:sldMkLst>
        <pc:picChg chg="del">
          <ac:chgData name="Takeuchi, Koichiro" userId="b3848a05-443b-4434-8fa5-7398ca0c03c9" providerId="ADAL" clId="{3FF7AD84-CD27-40CD-9322-45A975286410}" dt="2024-06-11T07:49:40.292" v="8631" actId="478"/>
          <ac:picMkLst>
            <pc:docMk/>
            <pc:sldMk cId="457865810" sldId="2147480800"/>
            <ac:picMk id="7" creationId="{D63A5FE3-149A-860A-6DA9-51479A00170C}"/>
          </ac:picMkLst>
        </pc:picChg>
        <pc:picChg chg="add mod">
          <ac:chgData name="Takeuchi, Koichiro" userId="b3848a05-443b-4434-8fa5-7398ca0c03c9" providerId="ADAL" clId="{3FF7AD84-CD27-40CD-9322-45A975286410}" dt="2024-06-11T07:49:52.454" v="8635" actId="12788"/>
          <ac:picMkLst>
            <pc:docMk/>
            <pc:sldMk cId="457865810" sldId="2147480800"/>
            <ac:picMk id="8" creationId="{F6BCFD2C-00A0-A2B0-0F43-0571A51FD8D2}"/>
          </ac:picMkLst>
        </pc:picChg>
      </pc:sldChg>
      <pc:sldChg chg="addSp modSp new mod">
        <pc:chgData name="Takeuchi, Koichiro" userId="b3848a05-443b-4434-8fa5-7398ca0c03c9" providerId="ADAL" clId="{3FF7AD84-CD27-40CD-9322-45A975286410}" dt="2024-06-11T07:50:32.625" v="8673" actId="255"/>
        <pc:sldMkLst>
          <pc:docMk/>
          <pc:sldMk cId="1421077284" sldId="2147480801"/>
        </pc:sldMkLst>
        <pc:spChg chg="mod">
          <ac:chgData name="Takeuchi, Koichiro" userId="b3848a05-443b-4434-8fa5-7398ca0c03c9" providerId="ADAL" clId="{3FF7AD84-CD27-40CD-9322-45A975286410}" dt="2024-06-11T07:50:32.625" v="8673" actId="255"/>
          <ac:spMkLst>
            <pc:docMk/>
            <pc:sldMk cId="1421077284" sldId="2147480801"/>
            <ac:spMk id="2" creationId="{92CF2C43-EE09-01AC-B8C8-FC6A176DE248}"/>
          </ac:spMkLst>
        </pc:spChg>
        <pc:picChg chg="add mod">
          <ac:chgData name="Takeuchi, Koichiro" userId="b3848a05-443b-4434-8fa5-7398ca0c03c9" providerId="ADAL" clId="{3FF7AD84-CD27-40CD-9322-45A975286410}" dt="2024-06-11T07:50:24.457" v="8671" actId="1036"/>
          <ac:picMkLst>
            <pc:docMk/>
            <pc:sldMk cId="1421077284" sldId="2147480801"/>
            <ac:picMk id="8" creationId="{28140F76-F6BE-A921-48DE-5BB08181685F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52:37.144" v="8682" actId="255"/>
        <pc:sldMkLst>
          <pc:docMk/>
          <pc:sldMk cId="2079993822" sldId="2147480802"/>
        </pc:sldMkLst>
        <pc:spChg chg="mod">
          <ac:chgData name="Takeuchi, Koichiro" userId="b3848a05-443b-4434-8fa5-7398ca0c03c9" providerId="ADAL" clId="{3FF7AD84-CD27-40CD-9322-45A975286410}" dt="2024-06-11T07:52:37.144" v="8682" actId="255"/>
          <ac:spMkLst>
            <pc:docMk/>
            <pc:sldMk cId="2079993822" sldId="2147480802"/>
            <ac:spMk id="2" creationId="{4BF83003-D7D9-F73C-3310-D40DF5BF83E0}"/>
          </ac:spMkLst>
        </pc:spChg>
        <pc:spChg chg="del">
          <ac:chgData name="Takeuchi, Koichiro" userId="b3848a05-443b-4434-8fa5-7398ca0c03c9" providerId="ADAL" clId="{3FF7AD84-CD27-40CD-9322-45A975286410}" dt="2024-06-11T07:52:13.111" v="8675" actId="478"/>
          <ac:spMkLst>
            <pc:docMk/>
            <pc:sldMk cId="2079993822" sldId="2147480802"/>
            <ac:spMk id="3" creationId="{6DE7DA9A-5228-85F9-01D0-531EEA6FA323}"/>
          </ac:spMkLst>
        </pc:spChg>
        <pc:picChg chg="add mod">
          <ac:chgData name="Takeuchi, Koichiro" userId="b3848a05-443b-4434-8fa5-7398ca0c03c9" providerId="ADAL" clId="{3FF7AD84-CD27-40CD-9322-45A975286410}" dt="2024-06-11T07:52:28.692" v="8680" actId="12788"/>
          <ac:picMkLst>
            <pc:docMk/>
            <pc:sldMk cId="2079993822" sldId="2147480802"/>
            <ac:picMk id="8" creationId="{FAE2C17B-C282-034E-9EEA-4A00FD86856A}"/>
          </ac:picMkLst>
        </pc:picChg>
      </pc:sldChg>
      <pc:sldChg chg="addSp delSp modSp add del mod">
        <pc:chgData name="Takeuchi, Koichiro" userId="b3848a05-443b-4434-8fa5-7398ca0c03c9" providerId="ADAL" clId="{3FF7AD84-CD27-40CD-9322-45A975286410}" dt="2024-06-13T01:18:24.752" v="9233" actId="47"/>
        <pc:sldMkLst>
          <pc:docMk/>
          <pc:sldMk cId="2451936986" sldId="2147480803"/>
        </pc:sldMkLst>
        <pc:spChg chg="mod">
          <ac:chgData name="Takeuchi, Koichiro" userId="b3848a05-443b-4434-8fa5-7398ca0c03c9" providerId="ADAL" clId="{3FF7AD84-CD27-40CD-9322-45A975286410}" dt="2024-06-13T00:16:17.180" v="8902"/>
          <ac:spMkLst>
            <pc:docMk/>
            <pc:sldMk cId="2451936986" sldId="2147480803"/>
            <ac:spMk id="2" creationId="{2ACCCE1B-81AB-8BDA-0F5F-0976385D9715}"/>
          </ac:spMkLst>
        </pc:spChg>
        <pc:spChg chg="mod">
          <ac:chgData name="Takeuchi, Koichiro" userId="b3848a05-443b-4434-8fa5-7398ca0c03c9" providerId="ADAL" clId="{3FF7AD84-CD27-40CD-9322-45A975286410}" dt="2024-06-13T00:16:27.187" v="8903"/>
          <ac:spMkLst>
            <pc:docMk/>
            <pc:sldMk cId="2451936986" sldId="2147480803"/>
            <ac:spMk id="3" creationId="{FDD2F209-62E3-9A2E-72D6-2417321D2F8A}"/>
          </ac:spMkLst>
        </pc:spChg>
        <pc:picChg chg="add mod">
          <ac:chgData name="Takeuchi, Koichiro" userId="b3848a05-443b-4434-8fa5-7398ca0c03c9" providerId="ADAL" clId="{3FF7AD84-CD27-40CD-9322-45A975286410}" dt="2024-06-13T00:16:46.536" v="8930" actId="1036"/>
          <ac:picMkLst>
            <pc:docMk/>
            <pc:sldMk cId="2451936986" sldId="2147480803"/>
            <ac:picMk id="7" creationId="{1F745AA6-99AB-BF7E-A824-8AF3CA4936B3}"/>
          </ac:picMkLst>
        </pc:picChg>
        <pc:picChg chg="del">
          <ac:chgData name="Takeuchi, Koichiro" userId="b3848a05-443b-4434-8fa5-7398ca0c03c9" providerId="ADAL" clId="{3FF7AD84-CD27-40CD-9322-45A975286410}" dt="2024-06-13T00:15:56.566" v="8898" actId="478"/>
          <ac:picMkLst>
            <pc:docMk/>
            <pc:sldMk cId="2451936986" sldId="2147480803"/>
            <ac:picMk id="8" creationId="{8CAE6A0C-4A05-6B96-80D6-F8779D1D954A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3T00:19:18.754" v="9223" actId="14100"/>
        <pc:sldMkLst>
          <pc:docMk/>
          <pc:sldMk cId="2113185304" sldId="2147480804"/>
        </pc:sldMkLst>
        <pc:spChg chg="mod">
          <ac:chgData name="Takeuchi, Koichiro" userId="b3848a05-443b-4434-8fa5-7398ca0c03c9" providerId="ADAL" clId="{3FF7AD84-CD27-40CD-9322-45A975286410}" dt="2024-06-13T00:17:11.975" v="8933"/>
          <ac:spMkLst>
            <pc:docMk/>
            <pc:sldMk cId="2113185304" sldId="2147480804"/>
            <ac:spMk id="2" creationId="{2ACCCE1B-81AB-8BDA-0F5F-0976385D9715}"/>
          </ac:spMkLst>
        </pc:spChg>
        <pc:spChg chg="del">
          <ac:chgData name="Takeuchi, Koichiro" userId="b3848a05-443b-4434-8fa5-7398ca0c03c9" providerId="ADAL" clId="{3FF7AD84-CD27-40CD-9322-45A975286410}" dt="2024-06-13T00:17:16.910" v="8934" actId="478"/>
          <ac:spMkLst>
            <pc:docMk/>
            <pc:sldMk cId="2113185304" sldId="2147480804"/>
            <ac:spMk id="3" creationId="{FDD2F209-62E3-9A2E-72D6-2417321D2F8A}"/>
          </ac:spMkLst>
        </pc:spChg>
        <pc:spChg chg="add del mod">
          <ac:chgData name="Takeuchi, Koichiro" userId="b3848a05-443b-4434-8fa5-7398ca0c03c9" providerId="ADAL" clId="{3FF7AD84-CD27-40CD-9322-45A975286410}" dt="2024-06-13T00:17:28.443" v="8936" actId="478"/>
          <ac:spMkLst>
            <pc:docMk/>
            <pc:sldMk cId="2113185304" sldId="2147480804"/>
            <ac:spMk id="9" creationId="{FA18445D-3503-591A-A489-DE6699A719F9}"/>
          </ac:spMkLst>
        </pc:spChg>
        <pc:spChg chg="add mod">
          <ac:chgData name="Takeuchi, Koichiro" userId="b3848a05-443b-4434-8fa5-7398ca0c03c9" providerId="ADAL" clId="{3FF7AD84-CD27-40CD-9322-45A975286410}" dt="2024-06-13T00:18:40.103" v="9054" actId="1035"/>
          <ac:spMkLst>
            <pc:docMk/>
            <pc:sldMk cId="2113185304" sldId="2147480804"/>
            <ac:spMk id="11" creationId="{3CA32A10-CBBC-2FF6-5DAE-3AC70D379710}"/>
          </ac:spMkLst>
        </pc:spChg>
        <pc:spChg chg="add mod">
          <ac:chgData name="Takeuchi, Koichiro" userId="b3848a05-443b-4434-8fa5-7398ca0c03c9" providerId="ADAL" clId="{3FF7AD84-CD27-40CD-9322-45A975286410}" dt="2024-06-13T00:19:18.754" v="9223" actId="14100"/>
          <ac:spMkLst>
            <pc:docMk/>
            <pc:sldMk cId="2113185304" sldId="2147480804"/>
            <ac:spMk id="12" creationId="{4207AF96-2C16-79C8-BB30-81F070D0A2BF}"/>
          </ac:spMkLst>
        </pc:spChg>
        <pc:picChg chg="del">
          <ac:chgData name="Takeuchi, Koichiro" userId="b3848a05-443b-4434-8fa5-7398ca0c03c9" providerId="ADAL" clId="{3FF7AD84-CD27-40CD-9322-45A975286410}" dt="2024-06-13T00:17:25.358" v="8935" actId="478"/>
          <ac:picMkLst>
            <pc:docMk/>
            <pc:sldMk cId="2113185304" sldId="2147480804"/>
            <ac:picMk id="7" creationId="{1F745AA6-99AB-BF7E-A824-8AF3CA4936B3}"/>
          </ac:picMkLst>
        </pc:picChg>
        <pc:picChg chg="add mod">
          <ac:chgData name="Takeuchi, Koichiro" userId="b3848a05-443b-4434-8fa5-7398ca0c03c9" providerId="ADAL" clId="{3FF7AD84-CD27-40CD-9322-45A975286410}" dt="2024-06-13T00:17:41.658" v="8957" actId="12788"/>
          <ac:picMkLst>
            <pc:docMk/>
            <pc:sldMk cId="2113185304" sldId="2147480804"/>
            <ac:picMk id="10" creationId="{368FA38E-38CB-21DA-CF11-8039057E2B3B}"/>
          </ac:picMkLst>
        </pc:picChg>
      </pc:sldChg>
    </pc:docChg>
  </pc:docChgLst>
  <pc:docChgLst>
    <pc:chgData name="Takeuchi, Koichiro" userId="b3848a05-443b-4434-8fa5-7398ca0c03c9" providerId="ADAL" clId="{AE71EA6D-8CAE-4CA8-A4AE-CBE82EA043E5}"/>
    <pc:docChg chg="undo custSel addSld delSld modSld sldOrd modMainMaster modSection">
      <pc:chgData name="Takeuchi, Koichiro" userId="b3848a05-443b-4434-8fa5-7398ca0c03c9" providerId="ADAL" clId="{AE71EA6D-8CAE-4CA8-A4AE-CBE82EA043E5}" dt="2024-09-26T01:49:46.615" v="11980" actId="20577"/>
      <pc:docMkLst>
        <pc:docMk/>
      </pc:docMkLst>
      <pc:sldChg chg="modSp mod">
        <pc:chgData name="Takeuchi, Koichiro" userId="b3848a05-443b-4434-8fa5-7398ca0c03c9" providerId="ADAL" clId="{AE71EA6D-8CAE-4CA8-A4AE-CBE82EA043E5}" dt="2024-09-25T03:20:35.393" v="8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AE71EA6D-8CAE-4CA8-A4AE-CBE82EA043E5}" dt="2024-09-25T03:20:35.393" v="8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AE71EA6D-8CAE-4CA8-A4AE-CBE82EA043E5}" dt="2024-09-25T11:21:47.469" v="6317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AE71EA6D-8CAE-4CA8-A4AE-CBE82EA043E5}" dt="2024-09-25T11:10:21.639" v="5672" actId="47"/>
        <pc:sldMkLst>
          <pc:docMk/>
          <pc:sldMk cId="323859429" sldId="2147480809"/>
        </pc:sldMkLst>
      </pc:sldChg>
      <pc:sldChg chg="modSp mod">
        <pc:chgData name="Takeuchi, Koichiro" userId="b3848a05-443b-4434-8fa5-7398ca0c03c9" providerId="ADAL" clId="{AE71EA6D-8CAE-4CA8-A4AE-CBE82EA043E5}" dt="2024-09-26T01:49:46.615" v="11980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AE71EA6D-8CAE-4CA8-A4AE-CBE82EA043E5}" dt="2024-09-26T01:49:46.615" v="11980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AE71EA6D-8CAE-4CA8-A4AE-CBE82EA043E5}" dt="2024-09-25T03:23:34.988" v="393" actId="47"/>
        <pc:sldMkLst>
          <pc:docMk/>
          <pc:sldMk cId="197750219" sldId="2147480811"/>
        </pc:sldMkLst>
      </pc:sldChg>
      <pc:sldChg chg="del">
        <pc:chgData name="Takeuchi, Koichiro" userId="b3848a05-443b-4434-8fa5-7398ca0c03c9" providerId="ADAL" clId="{AE71EA6D-8CAE-4CA8-A4AE-CBE82EA043E5}" dt="2024-09-25T11:14:20.545" v="5925" actId="47"/>
        <pc:sldMkLst>
          <pc:docMk/>
          <pc:sldMk cId="3372364919" sldId="2147480812"/>
        </pc:sldMkLst>
      </pc:sldChg>
      <pc:sldChg chg="del">
        <pc:chgData name="Takeuchi, Koichiro" userId="b3848a05-443b-4434-8fa5-7398ca0c03c9" providerId="ADAL" clId="{AE71EA6D-8CAE-4CA8-A4AE-CBE82EA043E5}" dt="2024-09-25T11:21:44.557" v="6312" actId="47"/>
        <pc:sldMkLst>
          <pc:docMk/>
          <pc:sldMk cId="982874196" sldId="2147480823"/>
        </pc:sldMkLst>
      </pc:sldChg>
      <pc:sldChg chg="del">
        <pc:chgData name="Takeuchi, Koichiro" userId="b3848a05-443b-4434-8fa5-7398ca0c03c9" providerId="ADAL" clId="{AE71EA6D-8CAE-4CA8-A4AE-CBE82EA043E5}" dt="2024-09-25T11:21:46.223" v="6315" actId="47"/>
        <pc:sldMkLst>
          <pc:docMk/>
          <pc:sldMk cId="1860587498" sldId="2147480825"/>
        </pc:sldMkLst>
      </pc:sldChg>
      <pc:sldChg chg="del">
        <pc:chgData name="Takeuchi, Koichiro" userId="b3848a05-443b-4434-8fa5-7398ca0c03c9" providerId="ADAL" clId="{AE71EA6D-8CAE-4CA8-A4AE-CBE82EA043E5}" dt="2024-09-25T11:21:46.731" v="6316" actId="47"/>
        <pc:sldMkLst>
          <pc:docMk/>
          <pc:sldMk cId="2654425851" sldId="2147480826"/>
        </pc:sldMkLst>
      </pc:sldChg>
      <pc:sldChg chg="del">
        <pc:chgData name="Takeuchi, Koichiro" userId="b3848a05-443b-4434-8fa5-7398ca0c03c9" providerId="ADAL" clId="{AE71EA6D-8CAE-4CA8-A4AE-CBE82EA043E5}" dt="2024-09-25T11:21:45.121" v="6313" actId="47"/>
        <pc:sldMkLst>
          <pc:docMk/>
          <pc:sldMk cId="3308295739" sldId="2147480828"/>
        </pc:sldMkLst>
      </pc:sldChg>
      <pc:sldChg chg="del">
        <pc:chgData name="Takeuchi, Koichiro" userId="b3848a05-443b-4434-8fa5-7398ca0c03c9" providerId="ADAL" clId="{AE71EA6D-8CAE-4CA8-A4AE-CBE82EA043E5}" dt="2024-09-25T11:21:45.760" v="6314" actId="47"/>
        <pc:sldMkLst>
          <pc:docMk/>
          <pc:sldMk cId="3580450898" sldId="2147480829"/>
        </pc:sldMkLst>
      </pc:sldChg>
      <pc:sldChg chg="del">
        <pc:chgData name="Takeuchi, Koichiro" userId="b3848a05-443b-4434-8fa5-7398ca0c03c9" providerId="ADAL" clId="{AE71EA6D-8CAE-4CA8-A4AE-CBE82EA043E5}" dt="2024-09-25T11:21:37.996" v="6301" actId="47"/>
        <pc:sldMkLst>
          <pc:docMk/>
          <pc:sldMk cId="2091009357" sldId="2147480830"/>
        </pc:sldMkLst>
      </pc:sldChg>
      <pc:sldChg chg="del">
        <pc:chgData name="Takeuchi, Koichiro" userId="b3848a05-443b-4434-8fa5-7398ca0c03c9" providerId="ADAL" clId="{AE71EA6D-8CAE-4CA8-A4AE-CBE82EA043E5}" dt="2024-09-25T11:21:40.277" v="6305" actId="47"/>
        <pc:sldMkLst>
          <pc:docMk/>
          <pc:sldMk cId="4048553935" sldId="2147480833"/>
        </pc:sldMkLst>
      </pc:sldChg>
      <pc:sldChg chg="del">
        <pc:chgData name="Takeuchi, Koichiro" userId="b3848a05-443b-4434-8fa5-7398ca0c03c9" providerId="ADAL" clId="{AE71EA6D-8CAE-4CA8-A4AE-CBE82EA043E5}" dt="2024-09-25T11:21:41.310" v="6306" actId="47"/>
        <pc:sldMkLst>
          <pc:docMk/>
          <pc:sldMk cId="1353650430" sldId="2147480834"/>
        </pc:sldMkLst>
      </pc:sldChg>
      <pc:sldChg chg="del">
        <pc:chgData name="Takeuchi, Koichiro" userId="b3848a05-443b-4434-8fa5-7398ca0c03c9" providerId="ADAL" clId="{AE71EA6D-8CAE-4CA8-A4AE-CBE82EA043E5}" dt="2024-09-25T11:21:41.631" v="6307" actId="47"/>
        <pc:sldMkLst>
          <pc:docMk/>
          <pc:sldMk cId="3421619155" sldId="2147480835"/>
        </pc:sldMkLst>
      </pc:sldChg>
      <pc:sldChg chg="del">
        <pc:chgData name="Takeuchi, Koichiro" userId="b3848a05-443b-4434-8fa5-7398ca0c03c9" providerId="ADAL" clId="{AE71EA6D-8CAE-4CA8-A4AE-CBE82EA043E5}" dt="2024-09-25T11:21:41.971" v="6308" actId="47"/>
        <pc:sldMkLst>
          <pc:docMk/>
          <pc:sldMk cId="3067867741" sldId="2147480836"/>
        </pc:sldMkLst>
      </pc:sldChg>
      <pc:sldChg chg="del">
        <pc:chgData name="Takeuchi, Koichiro" userId="b3848a05-443b-4434-8fa5-7398ca0c03c9" providerId="ADAL" clId="{AE71EA6D-8CAE-4CA8-A4AE-CBE82EA043E5}" dt="2024-09-25T11:21:42.402" v="6309" actId="47"/>
        <pc:sldMkLst>
          <pc:docMk/>
          <pc:sldMk cId="672143202" sldId="2147480837"/>
        </pc:sldMkLst>
      </pc:sldChg>
      <pc:sldChg chg="del">
        <pc:chgData name="Takeuchi, Koichiro" userId="b3848a05-443b-4434-8fa5-7398ca0c03c9" providerId="ADAL" clId="{AE71EA6D-8CAE-4CA8-A4AE-CBE82EA043E5}" dt="2024-09-25T11:21:43.085" v="6310" actId="47"/>
        <pc:sldMkLst>
          <pc:docMk/>
          <pc:sldMk cId="3849089130" sldId="2147480838"/>
        </pc:sldMkLst>
      </pc:sldChg>
      <pc:sldChg chg="del">
        <pc:chgData name="Takeuchi, Koichiro" userId="b3848a05-443b-4434-8fa5-7398ca0c03c9" providerId="ADAL" clId="{AE71EA6D-8CAE-4CA8-A4AE-CBE82EA043E5}" dt="2024-09-25T11:21:39.680" v="6304" actId="47"/>
        <pc:sldMkLst>
          <pc:docMk/>
          <pc:sldMk cId="1607300711" sldId="2147480840"/>
        </pc:sldMkLst>
      </pc:sldChg>
      <pc:sldChg chg="del">
        <pc:chgData name="Takeuchi, Koichiro" userId="b3848a05-443b-4434-8fa5-7398ca0c03c9" providerId="ADAL" clId="{AE71EA6D-8CAE-4CA8-A4AE-CBE82EA043E5}" dt="2024-09-25T11:21:38.503" v="6302" actId="47"/>
        <pc:sldMkLst>
          <pc:docMk/>
          <pc:sldMk cId="489336897" sldId="2147480841"/>
        </pc:sldMkLst>
      </pc:sldChg>
      <pc:sldChg chg="del">
        <pc:chgData name="Takeuchi, Koichiro" userId="b3848a05-443b-4434-8fa5-7398ca0c03c9" providerId="ADAL" clId="{AE71EA6D-8CAE-4CA8-A4AE-CBE82EA043E5}" dt="2024-09-25T11:21:39.122" v="6303" actId="47"/>
        <pc:sldMkLst>
          <pc:docMk/>
          <pc:sldMk cId="403272463" sldId="2147480842"/>
        </pc:sldMkLst>
      </pc:sldChg>
      <pc:sldChg chg="del">
        <pc:chgData name="Takeuchi, Koichiro" userId="b3848a05-443b-4434-8fa5-7398ca0c03c9" providerId="ADAL" clId="{AE71EA6D-8CAE-4CA8-A4AE-CBE82EA043E5}" dt="2024-09-25T11:21:44.072" v="6311" actId="47"/>
        <pc:sldMkLst>
          <pc:docMk/>
          <pc:sldMk cId="3478628263" sldId="2147480843"/>
        </pc:sldMkLst>
      </pc:sldChg>
      <pc:sldChg chg="new del">
        <pc:chgData name="Takeuchi, Koichiro" userId="b3848a05-443b-4434-8fa5-7398ca0c03c9" providerId="ADAL" clId="{AE71EA6D-8CAE-4CA8-A4AE-CBE82EA043E5}" dt="2024-09-25T03:29:39.136" v="1006" actId="47"/>
        <pc:sldMkLst>
          <pc:docMk/>
          <pc:sldMk cId="3197641219" sldId="2147480844"/>
        </pc:sldMkLst>
      </pc:sldChg>
      <pc:sldChg chg="addSp delSp modSp new mod ord">
        <pc:chgData name="Takeuchi, Koichiro" userId="b3848a05-443b-4434-8fa5-7398ca0c03c9" providerId="ADAL" clId="{AE71EA6D-8CAE-4CA8-A4AE-CBE82EA043E5}" dt="2024-09-25T03:29:34.371" v="1005" actId="20577"/>
        <pc:sldMkLst>
          <pc:docMk/>
          <pc:sldMk cId="3447474003" sldId="2147480845"/>
        </pc:sldMkLst>
        <pc:spChg chg="mod">
          <ac:chgData name="Takeuchi, Koichiro" userId="b3848a05-443b-4434-8fa5-7398ca0c03c9" providerId="ADAL" clId="{AE71EA6D-8CAE-4CA8-A4AE-CBE82EA043E5}" dt="2024-09-25T03:24:59.325" v="470" actId="20577"/>
          <ac:spMkLst>
            <pc:docMk/>
            <pc:sldMk cId="3447474003" sldId="2147480845"/>
            <ac:spMk id="2" creationId="{5838DF93-ED8A-1BE7-6C79-E8409BA55A1E}"/>
          </ac:spMkLst>
        </pc:spChg>
        <pc:spChg chg="del">
          <ac:chgData name="Takeuchi, Koichiro" userId="b3848a05-443b-4434-8fa5-7398ca0c03c9" providerId="ADAL" clId="{AE71EA6D-8CAE-4CA8-A4AE-CBE82EA043E5}" dt="2024-09-25T03:25:11.603" v="480" actId="478"/>
          <ac:spMkLst>
            <pc:docMk/>
            <pc:sldMk cId="3447474003" sldId="2147480845"/>
            <ac:spMk id="3" creationId="{DB342D85-CCB2-5895-1F69-E468C94AC22E}"/>
          </ac:spMkLst>
        </pc:spChg>
        <pc:spChg chg="add mod">
          <ac:chgData name="Takeuchi, Koichiro" userId="b3848a05-443b-4434-8fa5-7398ca0c03c9" providerId="ADAL" clId="{AE71EA6D-8CAE-4CA8-A4AE-CBE82EA043E5}" dt="2024-09-25T03:29:34.371" v="1005" actId="20577"/>
          <ac:spMkLst>
            <pc:docMk/>
            <pc:sldMk cId="3447474003" sldId="2147480845"/>
            <ac:spMk id="7" creationId="{83CD5819-4D9B-9D9D-671A-783B40DF8999}"/>
          </ac:spMkLst>
        </pc:spChg>
      </pc:sldChg>
      <pc:sldChg chg="addSp delSp modSp new mod">
        <pc:chgData name="Takeuchi, Koichiro" userId="b3848a05-443b-4434-8fa5-7398ca0c03c9" providerId="ADAL" clId="{AE71EA6D-8CAE-4CA8-A4AE-CBE82EA043E5}" dt="2024-09-25T03:33:48.804" v="1463" actId="12789"/>
        <pc:sldMkLst>
          <pc:docMk/>
          <pc:sldMk cId="3295928436" sldId="2147480846"/>
        </pc:sldMkLst>
        <pc:spChg chg="mod">
          <ac:chgData name="Takeuchi, Koichiro" userId="b3848a05-443b-4434-8fa5-7398ca0c03c9" providerId="ADAL" clId="{AE71EA6D-8CAE-4CA8-A4AE-CBE82EA043E5}" dt="2024-09-25T03:30:17.244" v="1077" actId="20577"/>
          <ac:spMkLst>
            <pc:docMk/>
            <pc:sldMk cId="3295928436" sldId="2147480846"/>
            <ac:spMk id="2" creationId="{12E5C933-DA06-FC97-5C7D-EE0B1451922A}"/>
          </ac:spMkLst>
        </pc:spChg>
        <pc:spChg chg="mod">
          <ac:chgData name="Takeuchi, Koichiro" userId="b3848a05-443b-4434-8fa5-7398ca0c03c9" providerId="ADAL" clId="{AE71EA6D-8CAE-4CA8-A4AE-CBE82EA043E5}" dt="2024-09-25T03:31:51.885" v="1360" actId="20577"/>
          <ac:spMkLst>
            <pc:docMk/>
            <pc:sldMk cId="3295928436" sldId="2147480846"/>
            <ac:spMk id="3" creationId="{54B8A19E-0DB5-9B0F-F304-DB34A65D485D}"/>
          </ac:spMkLst>
        </pc:spChg>
        <pc:spChg chg="del">
          <ac:chgData name="Takeuchi, Koichiro" userId="b3848a05-443b-4434-8fa5-7398ca0c03c9" providerId="ADAL" clId="{AE71EA6D-8CAE-4CA8-A4AE-CBE82EA043E5}" dt="2024-09-25T03:30:19.487" v="1078" actId="478"/>
          <ac:spMkLst>
            <pc:docMk/>
            <pc:sldMk cId="3295928436" sldId="2147480846"/>
            <ac:spMk id="4" creationId="{0593817A-EAC0-1365-EC20-C7326C375825}"/>
          </ac:spMkLst>
        </pc:spChg>
        <pc:spChg chg="add del mod">
          <ac:chgData name="Takeuchi, Koichiro" userId="b3848a05-443b-4434-8fa5-7398ca0c03c9" providerId="ADAL" clId="{AE71EA6D-8CAE-4CA8-A4AE-CBE82EA043E5}" dt="2024-09-25T03:31:54.946" v="1361" actId="478"/>
          <ac:spMkLst>
            <pc:docMk/>
            <pc:sldMk cId="3295928436" sldId="2147480846"/>
            <ac:spMk id="7" creationId="{82A942E4-D372-B225-A935-03560D7EC061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" creationId="{40EE0716-DB0E-D309-9B01-FA3C99E5A9A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9" creationId="{F73EB194-66A5-F6EA-E6D5-A2468B53743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0" creationId="{5383E58F-18C9-9658-9420-C12B1B6965F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1" creationId="{957B4FA3-0BB4-CEE6-DDF7-AA0416125E07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2" creationId="{852646B4-6A32-8C17-13E7-A5A33CD076F8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3" creationId="{BBF3227D-8AB0-15F8-A018-2C1BFE291D36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4" creationId="{F3E72EBB-27C1-CC06-8FD3-31B4A5F2661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5" creationId="{4F597B69-6FD9-8699-9E56-B46626976C7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6" creationId="{6681026E-2B17-C168-B74C-87080A17173B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7" creationId="{111624A7-8FD2-265A-F400-888359F7711C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9" creationId="{4B9C601D-843D-FAEB-E5EB-7ADFB603B80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0" creationId="{D60B617E-860B-6795-554A-F906C718C273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1" creationId="{B0FA33D2-B378-0EB9-5317-486AA17E0DD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2" creationId="{E3F52C0F-9F8F-73B0-1898-0A40D2D6070D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3" creationId="{94AC4D0C-18AA-8E26-CC11-0F718BAB719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4" creationId="{0FE8ACFD-D14A-EA21-7341-C320BFB451E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6" creationId="{F41393D6-4D3E-C63C-9B3C-CA32B42FBD3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7" creationId="{883EF7E3-A403-9D76-C564-FBD4009CDEC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8" creationId="{AD43B6AB-0497-4DA0-192B-C94B1EE2D0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9" creationId="{6BADCC93-7141-6072-A26B-A34CDBA0B92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1" creationId="{EC879E11-8452-1842-FAFB-BFDF3F85C4E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2" creationId="{8337DA34-D1DD-FDE6-DDDC-135614D6BE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3" creationId="{A8896B5B-907A-084C-8EDA-5955F0C64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4" creationId="{A3A2EA0C-6824-970A-D33A-6BCDD85E8F2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5" creationId="{9FB4642A-09E8-B122-6701-C8D34344F83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6" creationId="{A51F4994-DD83-81AD-0CC5-EAB421D2729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8" creationId="{D5A5D576-7C64-88C0-8A47-B2424D213A9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9" creationId="{B1D4A209-3F83-CDCF-556D-4D74D8392C5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0" creationId="{F41074F9-9F1C-E39E-3F40-5590DCA87C9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1" creationId="{F26EB189-54B4-DE21-62A8-91D641E8702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2" creationId="{CDCFD3A8-37DC-0095-61F2-3831384E80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3" creationId="{5B703FBB-751E-BA4A-506C-307B1B5274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4" creationId="{54D6551F-69B6-A6AA-2B0D-745423DF07E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5" creationId="{C987163B-C27E-C316-1738-CC21467CD0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7" creationId="{476FA682-A4C8-EDDA-8942-E0AD6E771AE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9" creationId="{7A41D182-E4AB-D40B-EEAC-83F77A6AD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0" creationId="{C28F2403-3D4E-F8CF-2A2E-8B442F0FBEA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1" creationId="{ABD856DD-EF0D-1D48-1DC8-71694B98B69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2" creationId="{5DBE19FA-566F-05FE-552E-DE9482B8022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3" creationId="{8F82EFC0-27F5-37C2-0AFB-856F8D78FA1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5" creationId="{3BD9A69F-B2DF-D31B-DE08-68D20D7F92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6" creationId="{2DA19112-063E-C323-8C69-E9AB19AC2FA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7" creationId="{8545E59E-B4D4-77AF-436E-AFF592D63D7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8" creationId="{AAF80260-E21D-FF43-AAA9-8EC7876DE3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9" creationId="{3B92C518-DFB1-9F96-D792-23440723451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0" creationId="{2C2E1779-4F9F-F302-1CF5-5DBF4698A3F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1" creationId="{0D41676D-3462-781E-A963-E4E8824097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2" creationId="{0B1500D7-64BE-B995-E7E8-D237FE40C5C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3" creationId="{96A12A75-E373-A893-DBDE-DF684362E3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4" creationId="{3C2DCEB7-9192-4574-F2BC-29CF2999DB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5" creationId="{51F146F1-3FB3-9BB0-0E3E-3C09F86C18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6" creationId="{EB5A5C74-7A54-46D3-6C80-4D6B71C5CB1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8" creationId="{549244B2-5F33-6B75-C5CB-C0CAF45268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9" creationId="{8BAC4F5C-D0DB-0AF3-0501-6DE2B20EC14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0" creationId="{0C2831F1-B36F-D176-26FA-9B31D07D099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1" creationId="{C2B7AD98-8236-8DA0-8C13-A07B3347BF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2" creationId="{662D4559-80C8-8601-C84F-1DEA38429AF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3" creationId="{3632C47F-E16B-E1EF-681C-6BE44852E11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5" creationId="{9C2A0071-077A-140D-6991-7CC7D6A2678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6" creationId="{94CBFB87-2643-A64B-4D0C-573D4C6EC5BA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7" creationId="{93EF5657-2CDD-0F59-E4E6-975F94BA6E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8" creationId="{C4BB6A59-5742-0209-0B9B-72D67275BA6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9" creationId="{4072BC91-39A3-4BC1-DF5D-4B84D367C6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0" creationId="{4EDE2C44-97AB-2B6E-5603-59F8192515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2" creationId="{87689411-A5AF-3EAC-79EC-7AE3C0F5D20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3" creationId="{FB0D9E23-B7E1-BA16-0849-DC65E9975CE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4" creationId="{A376FCCC-8BDF-52C2-E992-70CC8B5B861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5" creationId="{92433B0C-6823-622D-D3C7-BB062CEEE0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6" creationId="{0E0BE967-AF47-89CA-564A-BFD65A500C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7" creationId="{B0C81992-BA0B-7450-88BF-321FCFDF45E1}"/>
          </ac:spMkLst>
        </pc:spChg>
        <pc:spChg chg="add mod">
          <ac:chgData name="Takeuchi, Koichiro" userId="b3848a05-443b-4434-8fa5-7398ca0c03c9" providerId="ADAL" clId="{AE71EA6D-8CAE-4CA8-A4AE-CBE82EA043E5}" dt="2024-09-25T03:32:39.879" v="1397" actId="207"/>
          <ac:spMkLst>
            <pc:docMk/>
            <pc:sldMk cId="3295928436" sldId="2147480846"/>
            <ac:spMk id="89" creationId="{B7C4CC52-1ECA-D190-B5FB-EB5D5A0607CE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0" creationId="{85874BC9-F9F1-3A1B-CEB8-78D4B5B539CD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1" creationId="{3909A00A-5112-4D61-283B-6BE2B4872B40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2" creationId="{96FB0663-EDAB-2120-8325-681E45413C3F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3" creationId="{314C4AEB-53BF-C9CB-D004-9FF3A2E67FA3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4" creationId="{525140CD-6877-7C64-FBBD-0651DA3D1827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5" creationId="{F779EA3C-2B7F-8B1A-782E-A0E3AB0C4B2B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6" creationId="{B0AA76D1-44DC-C780-11AA-2B34D31CA117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97" creationId="{8162CD86-65A4-E17A-23EB-F31B15C9AE1F}"/>
          </ac:spMkLst>
        </pc:spChg>
        <pc:spChg chg="add mod">
          <ac:chgData name="Takeuchi, Koichiro" userId="b3848a05-443b-4434-8fa5-7398ca0c03c9" providerId="ADAL" clId="{AE71EA6D-8CAE-4CA8-A4AE-CBE82EA043E5}" dt="2024-09-25T03:33:18.974" v="1404" actId="115"/>
          <ac:spMkLst>
            <pc:docMk/>
            <pc:sldMk cId="3295928436" sldId="2147480846"/>
            <ac:spMk id="98" creationId="{62F31AA3-1081-DBCB-4DC6-F1249C94EF8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0" creationId="{E202C9FB-B903-3B51-A182-5197D6BAB1B2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1" creationId="{2953B362-ECEF-6792-287B-B99B5CE45C4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2" creationId="{AE02E812-78C0-9A05-D223-231BA62F3BE9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3" creationId="{22E6D17C-B1F7-0B91-5CAB-F7BECB36DD61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4" creationId="{1FD1A212-764D-1A0B-8ECD-BC8D398CB9FF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5" creationId="{5168B759-48F6-63C4-0C1D-9A6B9E0CE3A0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7" creationId="{70F7B9B1-59A8-E46A-057D-6A193DFCEC2C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8" creationId="{59C29506-608B-3483-4D63-7CA803B6CC47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9" creationId="{DAFC7DB2-C75E-454D-1F5A-5CBEC94138DE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10" creationId="{9663EA8B-FFEF-79FC-4ADF-F9090DAC823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2" creationId="{233E5FF0-32E7-82E1-B895-AF5282504B5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3" creationId="{A4C37493-4BDA-0A8C-2247-604984E33C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4" creationId="{1060A6FC-FD68-B995-053F-F162CADE8C2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5" creationId="{F6365041-3A66-DBDE-4F40-BB549DC7F7A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6" creationId="{2F8C15D9-AFF6-4A9C-19BE-98A01851F51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7" creationId="{89926D85-64AE-08B3-27B4-3DC0F5FD100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9" creationId="{4FC440F7-F442-4171-25DE-11CD977D0F6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0" creationId="{0889F8A1-6CCD-0D49-E0D7-02AA0D23B94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1" creationId="{E4D662CE-7486-49E0-B19A-2E118180D12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2" creationId="{EF670FE8-B01F-B38D-284C-1139D93D56B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3" creationId="{47E3B0DB-8BB7-9801-AFB1-46425AD3592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4" creationId="{6FA6AEB1-4C1E-EBB5-CF4B-4A913EFF491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5" creationId="{B1F9E637-DB50-2A3D-77D3-F5426E1974BD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6" creationId="{A27D9C9A-BDCF-3E08-C417-8F0E79C2FC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8" creationId="{708010EE-37B3-3B35-3FA8-741701FF63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0" creationId="{3FF09B22-DB3D-3EFF-6ECE-D03825F24B29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1" creationId="{510785AF-4E62-796E-D1C6-4250D864E3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2" creationId="{462B064D-7F59-6313-D50A-32A5927F8AB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3" creationId="{AAF9389B-170B-DEE4-5349-0ED7C1A9ED7E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4" creationId="{7C2E5358-7E53-9429-66FE-FBBB3A192D1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6" creationId="{DB4DBC18-F400-CCFD-861B-5AA19B3474A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7" creationId="{19A97A4A-572B-64F9-CA4D-9270D02A97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8" creationId="{251CE11C-A7D8-D460-8954-B0E5AFCA006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9" creationId="{3AA71CAC-3B0F-48A5-C4CC-B478E81F56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0" creationId="{3189937D-F4C4-2B3E-63BF-C6894541618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1" creationId="{C236A9AD-A8E0-E30A-6ED9-F59267D4F34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2" creationId="{F4FBB51B-80B8-D051-D0AB-B488789AC0F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3" creationId="{3821C1C2-D378-8873-4D55-46CD071E0A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4" creationId="{FAA170BF-EBD1-1E47-4131-BC555D32CEA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5" creationId="{CCF95FFA-0107-B1E6-64D1-7E3332675DA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6" creationId="{D17CA41C-1087-E653-3C3A-6CA46829129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7" creationId="{25B61379-75F7-A37F-1E1B-B747AAD2E8B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9" creationId="{65E61CF7-62F1-839E-6297-249FD21F811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0" creationId="{A8E5A7F2-F002-732F-604D-0312E7DEFC5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1" creationId="{BCEE3A59-1BC7-8CBC-1B4B-A2F61768A1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2" creationId="{11EA1274-DC90-9397-1302-EA9784DB22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3" creationId="{4185DB5E-4F7C-2D8B-9A25-177340A5237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4" creationId="{8F728E9E-1A7C-945C-DA91-2ECADC4591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6" creationId="{04217D00-E0E7-52DD-B88E-988E0D35B56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7" creationId="{A623CBB0-4E23-A96B-B99A-9179AB00C5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8" creationId="{6AB9A70F-5F1F-730D-D5F6-84B9AA31CA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9" creationId="{64154C04-EDED-AF94-429F-332278C1030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0" creationId="{5AA219F7-3FB7-4BDA-A0EA-ADB120C2176A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1" creationId="{1499251F-6A98-0DF4-BD5A-1CF426770DBA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3" creationId="{CCE8E8E5-9618-F364-4E83-414A9820D827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4" creationId="{C039F5C8-C920-5D0A-CEFA-2B10CE30F37F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5" creationId="{5081DDBA-B04C-E320-DE7A-C96548FAF21D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6" creationId="{8A4FBA20-B933-0D53-C46D-11818A8FD70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7" creationId="{C0791E2E-29D3-8FFB-A74D-6789E334E4B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8" creationId="{434EAF8F-15F0-25D3-C47E-CE0B1A1FD73B}"/>
          </ac:spMkLst>
        </pc:s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25" creationId="{07BB4F84-FEBC-00B1-E222-5971D4C49397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0" creationId="{A6EEC3F3-A60E-F59F-776E-823F26A7D83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7" creationId="{E90155E1-14BF-9337-ED32-252642B9B17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6" creationId="{6D2EE493-FE9B-125F-4256-EE39F20B6FEA}"/>
          </ac:grpSpMkLst>
        </pc:grpChg>
        <pc:grpChg chg="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8" creationId="{0A4AFF0D-2219-3A0F-8D54-9DDB4E7699B1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54" creationId="{54A00E61-87C6-AF64-EFA5-6C2B47E7A390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67" creationId="{AC79B2F0-F6FD-8EF5-2884-16F82F12D479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74" creationId="{A9F2CD2D-B312-8FC8-6D22-8E0F8E728023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81" creationId="{91F225D4-8B4C-4234-D89F-E8FD82722108}"/>
          </ac:grpSpMkLst>
        </pc:grpChg>
        <pc:grpChg chg="add del mod">
          <ac:chgData name="Takeuchi, Koichiro" userId="b3848a05-443b-4434-8fa5-7398ca0c03c9" providerId="ADAL" clId="{AE71EA6D-8CAE-4CA8-A4AE-CBE82EA043E5}" dt="2024-09-25T03:33:43.874" v="1462" actId="165"/>
          <ac:grpSpMkLst>
            <pc:docMk/>
            <pc:sldMk cId="3295928436" sldId="2147480846"/>
            <ac:grpSpMk id="106" creationId="{1FF97EF4-CE4F-1AE1-6772-19AC9CB8AFA1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1" creationId="{FCE964D6-0006-8DBA-FBE1-2975D4A444E9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8" creationId="{C7901D35-CEC4-317B-D786-EF842C643F46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27" creationId="{54BFC7D1-D222-272A-D5F1-06F3C262CC4D}"/>
          </ac:grpSpMkLst>
        </pc:grpChg>
        <pc:grpChg chg="mod">
          <ac:chgData name="Takeuchi, Koichiro" userId="b3848a05-443b-4434-8fa5-7398ca0c03c9" providerId="ADAL" clId="{AE71EA6D-8CAE-4CA8-A4AE-CBE82EA043E5}" dt="2024-09-25T03:32:26.996" v="1396" actId="1036"/>
          <ac:grpSpMkLst>
            <pc:docMk/>
            <pc:sldMk cId="3295928436" sldId="2147480846"/>
            <ac:grpSpMk id="129" creationId="{9C9B8A70-8109-A480-C85E-ED5010E64A0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35" creationId="{D5DA4217-0D0B-B3D3-F03A-2FC883CC828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48" creationId="{3C12E1E3-F54C-8C57-9FCB-436057104984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55" creationId="{C17F3465-7D0C-0F46-2EB8-4E6ECC09BB60}"/>
          </ac:grpSpMkLst>
        </pc:grpChg>
        <pc:grpChg chg="add mod">
          <ac:chgData name="Takeuchi, Koichiro" userId="b3848a05-443b-4434-8fa5-7398ca0c03c9" providerId="ADAL" clId="{AE71EA6D-8CAE-4CA8-A4AE-CBE82EA043E5}" dt="2024-09-25T03:32:17.250" v="1384" actId="1035"/>
          <ac:grpSpMkLst>
            <pc:docMk/>
            <pc:sldMk cId="3295928436" sldId="2147480846"/>
            <ac:grpSpMk id="162" creationId="{7FE6969C-485F-22C1-9FEA-021E6993037B}"/>
          </ac:grpSpMkLst>
        </pc:grp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18" creationId="{8BD09A39-5CB2-CDD0-583E-A7C4DE62B22F}"/>
          </ac:cxnSpMkLst>
        </pc:cxn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88" creationId="{2BBA03EF-8410-CDA4-70FA-035CED85F4D8}"/>
          </ac:cxnSpMkLst>
        </pc:cxnChg>
        <pc:cxnChg chg="add mod">
          <ac:chgData name="Takeuchi, Koichiro" userId="b3848a05-443b-4434-8fa5-7398ca0c03c9" providerId="ADAL" clId="{AE71EA6D-8CAE-4CA8-A4AE-CBE82EA043E5}" dt="2024-09-25T03:32:26.996" v="1396" actId="1036"/>
          <ac:cxnSpMkLst>
            <pc:docMk/>
            <pc:sldMk cId="3295928436" sldId="2147480846"/>
            <ac:cxnSpMk id="99" creationId="{5EA1F0EA-E477-8ADD-82C3-3523B76EF4E1}"/>
          </ac:cxnSpMkLst>
        </pc:cxnChg>
        <pc:cxnChg chg="add del mod">
          <ac:chgData name="Takeuchi, Koichiro" userId="b3848a05-443b-4434-8fa5-7398ca0c03c9" providerId="ADAL" clId="{AE71EA6D-8CAE-4CA8-A4AE-CBE82EA043E5}" dt="2024-09-25T03:33:15.736" v="1403" actId="478"/>
          <ac:cxnSpMkLst>
            <pc:docMk/>
            <pc:sldMk cId="3295928436" sldId="2147480846"/>
            <ac:cxnSpMk id="169" creationId="{438C008D-B598-6782-54A4-D235792A33AE}"/>
          </ac:cxnSpMkLst>
        </pc:cxnChg>
      </pc:sldChg>
      <pc:sldChg chg="addSp delSp modSp new mod">
        <pc:chgData name="Takeuchi, Koichiro" userId="b3848a05-443b-4434-8fa5-7398ca0c03c9" providerId="ADAL" clId="{AE71EA6D-8CAE-4CA8-A4AE-CBE82EA043E5}" dt="2024-09-25T03:38:30.608" v="1844" actId="113"/>
        <pc:sldMkLst>
          <pc:docMk/>
          <pc:sldMk cId="2214497710" sldId="2147480847"/>
        </pc:sldMkLst>
        <pc:spChg chg="mod">
          <ac:chgData name="Takeuchi, Koichiro" userId="b3848a05-443b-4434-8fa5-7398ca0c03c9" providerId="ADAL" clId="{AE71EA6D-8CAE-4CA8-A4AE-CBE82EA043E5}" dt="2024-09-25T03:34:15.418" v="1497" actId="20577"/>
          <ac:spMkLst>
            <pc:docMk/>
            <pc:sldMk cId="2214497710" sldId="2147480847"/>
            <ac:spMk id="2" creationId="{59332DE4-31ED-6D61-8459-C1529D690603}"/>
          </ac:spMkLst>
        </pc:spChg>
        <pc:spChg chg="mod">
          <ac:chgData name="Takeuchi, Koichiro" userId="b3848a05-443b-4434-8fa5-7398ca0c03c9" providerId="ADAL" clId="{AE71EA6D-8CAE-4CA8-A4AE-CBE82EA043E5}" dt="2024-09-25T03:35:47.078" v="1791" actId="20577"/>
          <ac:spMkLst>
            <pc:docMk/>
            <pc:sldMk cId="2214497710" sldId="2147480847"/>
            <ac:spMk id="3" creationId="{27618F08-FE21-CBF2-43E5-3A8A4DE013A5}"/>
          </ac:spMkLst>
        </pc:spChg>
        <pc:spChg chg="del">
          <ac:chgData name="Takeuchi, Koichiro" userId="b3848a05-443b-4434-8fa5-7398ca0c03c9" providerId="ADAL" clId="{AE71EA6D-8CAE-4CA8-A4AE-CBE82EA043E5}" dt="2024-09-25T03:34:17.180" v="1498" actId="478"/>
          <ac:spMkLst>
            <pc:docMk/>
            <pc:sldMk cId="2214497710" sldId="2147480847"/>
            <ac:spMk id="4" creationId="{A682F04B-A821-5A5D-1562-CBB03849E22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8" creationId="{DD141445-2DEB-5191-40AE-D619718EC1CE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9" creationId="{55936FF6-A349-324E-AB8D-A1FEFC25E06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11" creationId="{05A93FCC-4E3C-1604-2786-BAEC3D562356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12" creationId="{3E11CD22-5627-B641-FBF4-E23FF21D5D15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4" creationId="{39AB8683-F9B8-BCEB-4A94-BB811B23AEA7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5" creationId="{03AF9DC5-2182-7C07-BAB3-17B4B6204FB1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6" creationId="{E601DD87-1763-3DF0-16B1-22DFFDC9C96D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7" creationId="{30000EFA-A04E-BFC6-1963-2E62333E1A65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8" creationId="{808317AD-2CEE-AA82-23A3-860EC22D0001}"/>
          </ac:spMkLst>
        </pc:spChg>
        <pc:spChg chg="add mod topLvl">
          <ac:chgData name="Takeuchi, Koichiro" userId="b3848a05-443b-4434-8fa5-7398ca0c03c9" providerId="ADAL" clId="{AE71EA6D-8CAE-4CA8-A4AE-CBE82EA043E5}" dt="2024-09-25T03:37:59.247" v="1832" actId="113"/>
          <ac:spMkLst>
            <pc:docMk/>
            <pc:sldMk cId="2214497710" sldId="2147480847"/>
            <ac:spMk id="19" creationId="{D7EBD5AD-56F7-D109-E66F-A9CB7B0DBF76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1" creationId="{BA188733-F3E1-2950-AF44-5C648FC3392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2" creationId="{C941B47A-C1D5-2C01-0554-473C969227C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3" creationId="{C4DEAAC2-5C73-A443-258C-8ABB7B30888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4" creationId="{C07FC5A0-7313-6B02-6E88-B53864C229F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6" creationId="{BA933207-7E92-D46C-17CB-6FADD117CE6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7" creationId="{EE02E690-C05C-9E87-6D63-A4279CAF53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8" creationId="{01D0D6FA-28EB-694E-3A4F-3E8E33A8999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9" creationId="{748917EA-EE06-2A0F-7EB3-0B319BCA052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0" creationId="{9DA0415D-FDA2-D5B3-74A4-1DE709E6582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1" creationId="{961566C9-A522-A2F2-6FE9-5CBA5981EB1D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3" creationId="{24B4E104-E240-EDE0-50AE-293C2729777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4" creationId="{44DC8549-83A6-731A-BAE0-26DF4DFED8F2}"/>
          </ac:spMkLst>
        </pc:spChg>
        <pc:spChg chg="mod topLvl">
          <ac:chgData name="Takeuchi, Koichiro" userId="b3848a05-443b-4434-8fa5-7398ca0c03c9" providerId="ADAL" clId="{AE71EA6D-8CAE-4CA8-A4AE-CBE82EA043E5}" dt="2024-09-25T03:37:05.363" v="1813" actId="555"/>
          <ac:spMkLst>
            <pc:docMk/>
            <pc:sldMk cId="2214497710" sldId="2147480847"/>
            <ac:spMk id="36" creationId="{AEA4679F-98E3-F8AD-D6BF-745B1B7B1B8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7" creationId="{2547189F-8958-788F-90CF-2BDF5FE65504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8" creationId="{D23ADEAE-ADB8-1488-1179-13A3E968D9A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0" creationId="{5324DC87-FB68-6F29-DF0A-DAA01C90BC6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1" creationId="{6F55BFA0-3658-2718-FB83-71C1E2947B5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2" creationId="{34DA6AB9-6492-6747-AA08-F54FE6A023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4" creationId="{403295C4-2D88-42AA-3069-DC1808C1F6D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5" creationId="{63CCFC90-7687-B322-9E10-35061D8A723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6" creationId="{09D42013-A99A-BD77-C01D-E5476E71074C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7" creationId="{5F02CE21-DE64-F5F0-E99F-30189B6B745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8" creationId="{B30E1D94-230E-DB8B-5D6C-FB910E49ECC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9" creationId="{1AB8C9B4-56DC-4811-CF7D-058DA1F1EA8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0" creationId="{268BB4DA-91CD-B610-F09B-D1E9B1A5ED3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1" creationId="{745CAC4E-673A-7D9F-73B6-83170678648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2" creationId="{3CAB2F35-0B82-3A8F-8525-A6D193546CA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3" creationId="{826B1F2C-6480-1781-D06B-1DB894D78B92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55" creationId="{4B413A36-E418-B443-6F28-17100E3639AC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56" creationId="{AE77D9D5-4DD7-106A-1D08-66EAA0F3ED20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7" creationId="{3EC3703B-B5A5-1191-1B24-0CCD41D9C5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9" creationId="{179269BD-A397-FD23-1F59-189CE121A8A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0" creationId="{145E7F05-9CE4-B9FD-FABB-C5BE5BBA00C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1" creationId="{0C40A85F-1466-89EA-6213-E6170C49213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2" creationId="{E8997FDC-A3D8-4A09-6AA3-5D4BA4E72E8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3" creationId="{680FE476-7E0A-58B6-12C6-CC8A36247D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4" creationId="{813A0BE6-11BF-1958-387E-41E45D6E52F0}"/>
          </ac:spMkLst>
        </pc:spChg>
        <pc:spChg chg="add mod topLvl">
          <ac:chgData name="Takeuchi, Koichiro" userId="b3848a05-443b-4434-8fa5-7398ca0c03c9" providerId="ADAL" clId="{AE71EA6D-8CAE-4CA8-A4AE-CBE82EA043E5}" dt="2024-09-25T03:38:05.135" v="1834" actId="113"/>
          <ac:spMkLst>
            <pc:docMk/>
            <pc:sldMk cId="2214497710" sldId="2147480847"/>
            <ac:spMk id="65" creationId="{665D071A-04EA-4032-BDC2-55BEF0455241}"/>
          </ac:spMkLst>
        </pc:spChg>
        <pc:spChg chg="add mod topLvl">
          <ac:chgData name="Takeuchi, Koichiro" userId="b3848a05-443b-4434-8fa5-7398ca0c03c9" providerId="ADAL" clId="{AE71EA6D-8CAE-4CA8-A4AE-CBE82EA043E5}" dt="2024-09-25T03:38:09.523" v="1836" actId="113"/>
          <ac:spMkLst>
            <pc:docMk/>
            <pc:sldMk cId="2214497710" sldId="2147480847"/>
            <ac:spMk id="66" creationId="{3738863F-15AF-84D0-FEBA-C82876E44418}"/>
          </ac:spMkLst>
        </pc:spChg>
        <pc:spChg chg="add mod topLvl">
          <ac:chgData name="Takeuchi, Koichiro" userId="b3848a05-443b-4434-8fa5-7398ca0c03c9" providerId="ADAL" clId="{AE71EA6D-8CAE-4CA8-A4AE-CBE82EA043E5}" dt="2024-09-25T03:38:14.085" v="1838" actId="113"/>
          <ac:spMkLst>
            <pc:docMk/>
            <pc:sldMk cId="2214497710" sldId="2147480847"/>
            <ac:spMk id="67" creationId="{36C7B207-B487-A6BF-6D5B-D61516D86334}"/>
          </ac:spMkLst>
        </pc:spChg>
        <pc:spChg chg="add mod topLvl">
          <ac:chgData name="Takeuchi, Koichiro" userId="b3848a05-443b-4434-8fa5-7398ca0c03c9" providerId="ADAL" clId="{AE71EA6D-8CAE-4CA8-A4AE-CBE82EA043E5}" dt="2024-09-25T03:38:19.574" v="1840" actId="113"/>
          <ac:spMkLst>
            <pc:docMk/>
            <pc:sldMk cId="2214497710" sldId="2147480847"/>
            <ac:spMk id="68" creationId="{439DDBDB-191A-D1CE-F5CC-640CC7A4CF43}"/>
          </ac:spMkLst>
        </pc:spChg>
        <pc:spChg chg="add mod topLvl">
          <ac:chgData name="Takeuchi, Koichiro" userId="b3848a05-443b-4434-8fa5-7398ca0c03c9" providerId="ADAL" clId="{AE71EA6D-8CAE-4CA8-A4AE-CBE82EA043E5}" dt="2024-09-25T03:38:30.608" v="1844" actId="113"/>
          <ac:spMkLst>
            <pc:docMk/>
            <pc:sldMk cId="2214497710" sldId="2147480847"/>
            <ac:spMk id="69" creationId="{7D10903B-8D3C-810A-ECD9-4851585094FE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0" creationId="{5490D7F4-5054-E414-9BFB-20615A51423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2" creationId="{2A2AE329-6543-D329-A06B-9CFEC52F234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3" creationId="{9FBCEAB1-5F06-2EFD-FB8E-CB4962B6AF4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4" creationId="{76A8D065-C48A-7575-164A-963FE7C38B1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5" creationId="{CC69B1D5-FBF2-AC7B-19D6-43061BC8BBC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6" creationId="{378F07C1-D992-55D4-276D-01CE5BFC65B6}"/>
          </ac:spMkLst>
        </pc:spChg>
        <pc:grpChg chg="add del mod topLvl">
          <ac:chgData name="Takeuchi, Koichiro" userId="b3848a05-443b-4434-8fa5-7398ca0c03c9" providerId="ADAL" clId="{AE71EA6D-8CAE-4CA8-A4AE-CBE82EA043E5}" dt="2024-09-25T03:36:28.440" v="1801" actId="165"/>
          <ac:grpSpMkLst>
            <pc:docMk/>
            <pc:sldMk cId="2214497710" sldId="2147480847"/>
            <ac:grpSpMk id="7" creationId="{AD7967E2-3D97-D002-28E7-CA0ED8239C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2.081" v="1797" actId="165"/>
          <ac:grpSpMkLst>
            <pc:docMk/>
            <pc:sldMk cId="2214497710" sldId="2147480847"/>
            <ac:grpSpMk id="10" creationId="{E56F17A4-0D2E-5DC3-8DEB-64178FD3E9F1}"/>
          </ac:grpSpMkLst>
        </pc:grpChg>
        <pc:grpChg chg="add del mod topLvl">
          <ac:chgData name="Takeuchi, Koichiro" userId="b3848a05-443b-4434-8fa5-7398ca0c03c9" providerId="ADAL" clId="{AE71EA6D-8CAE-4CA8-A4AE-CBE82EA043E5}" dt="2024-09-25T03:36:17.728" v="1796" actId="165"/>
          <ac:grpSpMkLst>
            <pc:docMk/>
            <pc:sldMk cId="2214497710" sldId="2147480847"/>
            <ac:grpSpMk id="13" creationId="{A3CCA1DE-82E6-9787-AFD2-29C3C1CCA91B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0" creationId="{66A684ED-C583-A817-E1E0-B1971B80908D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5" creationId="{C376C20C-1D7A-B020-F439-A58B0F18A731}"/>
          </ac:grpSpMkLst>
        </pc:grpChg>
        <pc:grpChg chg="add del mod topLvl">
          <ac:chgData name="Takeuchi, Koichiro" userId="b3848a05-443b-4434-8fa5-7398ca0c03c9" providerId="ADAL" clId="{AE71EA6D-8CAE-4CA8-A4AE-CBE82EA043E5}" dt="2024-09-25T03:36:26.418" v="1800" actId="165"/>
          <ac:grpSpMkLst>
            <pc:docMk/>
            <pc:sldMk cId="2214497710" sldId="2147480847"/>
            <ac:grpSpMk id="32" creationId="{A5C9C969-A63E-9B71-9C03-0A0B8D1F2B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5.501" v="1799" actId="165"/>
          <ac:grpSpMkLst>
            <pc:docMk/>
            <pc:sldMk cId="2214497710" sldId="2147480847"/>
            <ac:grpSpMk id="35" creationId="{AC6A750A-AD2C-C583-3107-A4C484DF72EA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39" creationId="{B2CCDB6B-63F0-2087-90B5-E5E5A9045353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43" creationId="{AB983349-1555-B440-B4BA-FBA3B76D1D38}"/>
          </ac:grpSpMkLst>
        </pc:grpChg>
        <pc:grpChg chg="add del mod topLvl">
          <ac:chgData name="Takeuchi, Koichiro" userId="b3848a05-443b-4434-8fa5-7398ca0c03c9" providerId="ADAL" clId="{AE71EA6D-8CAE-4CA8-A4AE-CBE82EA043E5}" dt="2024-09-25T03:36:24.535" v="1798" actId="165"/>
          <ac:grpSpMkLst>
            <pc:docMk/>
            <pc:sldMk cId="2214497710" sldId="2147480847"/>
            <ac:grpSpMk id="54" creationId="{295909B9-C5B6-DA8B-22F7-E1FAD3C7E752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58" creationId="{0439BF88-4742-8FEF-C4A7-3FF1DCAB6AA5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1" creationId="{2E103005-97F3-04E9-81E4-9A0BA289E338}"/>
          </ac:grpSpMkLst>
        </pc:grpChg>
        <pc:grpChg chg="add del mod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7" creationId="{DC09BCAA-82B3-F22B-4E8F-355264EEEA25}"/>
          </ac:grpSpMkLst>
        </pc:grpChg>
      </pc:sldChg>
      <pc:sldChg chg="addSp modSp new mod">
        <pc:chgData name="Takeuchi, Koichiro" userId="b3848a05-443b-4434-8fa5-7398ca0c03c9" providerId="ADAL" clId="{AE71EA6D-8CAE-4CA8-A4AE-CBE82EA043E5}" dt="2024-09-25T04:07:25.395" v="2446" actId="20577"/>
        <pc:sldMkLst>
          <pc:docMk/>
          <pc:sldMk cId="3586072663" sldId="2147480848"/>
        </pc:sldMkLst>
        <pc:spChg chg="mod">
          <ac:chgData name="Takeuchi, Koichiro" userId="b3848a05-443b-4434-8fa5-7398ca0c03c9" providerId="ADAL" clId="{AE71EA6D-8CAE-4CA8-A4AE-CBE82EA043E5}" dt="2024-09-25T04:07:25.395" v="2446" actId="20577"/>
          <ac:spMkLst>
            <pc:docMk/>
            <pc:sldMk cId="3586072663" sldId="2147480848"/>
            <ac:spMk id="2" creationId="{66A42B93-ACB6-1347-E826-42AB263B73C2}"/>
          </ac:spMkLst>
        </pc:spChg>
        <pc:spChg chg="mod">
          <ac:chgData name="Takeuchi, Koichiro" userId="b3848a05-443b-4434-8fa5-7398ca0c03c9" providerId="ADAL" clId="{AE71EA6D-8CAE-4CA8-A4AE-CBE82EA043E5}" dt="2024-09-25T03:49:34.833" v="2356" actId="20577"/>
          <ac:spMkLst>
            <pc:docMk/>
            <pc:sldMk cId="3586072663" sldId="2147480848"/>
            <ac:spMk id="3" creationId="{4EC543D2-01F1-F07D-FCC8-4634DC1AE5A9}"/>
          </ac:spMkLst>
        </pc:spChg>
        <pc:spChg chg="mod">
          <ac:chgData name="Takeuchi, Koichiro" userId="b3848a05-443b-4434-8fa5-7398ca0c03c9" providerId="ADAL" clId="{AE71EA6D-8CAE-4CA8-A4AE-CBE82EA043E5}" dt="2024-09-25T03:38:54.609" v="1875" actId="20577"/>
          <ac:spMkLst>
            <pc:docMk/>
            <pc:sldMk cId="3586072663" sldId="2147480848"/>
            <ac:spMk id="4" creationId="{53EFCC04-ACAB-49F7-46C0-847081B7E7FD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7" creationId="{4B5D81A5-77BC-D140-A34E-5D8BD855B0D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8" creationId="{A7502A32-B7A9-F5DB-C383-F5EDDFE76A7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9" creationId="{5D35F092-DFA7-9ACA-BEA5-E08E97813231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0" creationId="{A568483D-E96A-28A3-8FB7-104EF2DF1CA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1" creationId="{D5B02DF6-13CD-E18F-1652-6A615AE8F124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2" creationId="{60868F46-A020-AB40-E05A-1856DB64360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3" creationId="{E9AC019E-D95F-79EE-0960-0035377D790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4" creationId="{A8A0B116-92E6-E37F-DB93-069B32754FA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5" creationId="{DC558AE9-C7ED-A18B-8E2C-DEF0E54773FB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6" creationId="{03FB8849-DC97-DB14-1BAA-BE74FBC2931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7" creationId="{312470BC-2D00-0C1E-D338-58189524122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8" creationId="{21C5E5C0-E6A2-B8EE-C0EC-AE19DB1183F3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9" creationId="{A12D3A73-BFFC-70AF-3830-F329B47BBDEE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0" creationId="{0F5FB360-67B7-411E-A34A-AAB8F495910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1" creationId="{8D864488-F907-C265-4137-CB0C53EAC7F0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2" creationId="{3B936B70-30DD-D814-4873-C6F06D0FE39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3" creationId="{0FD184B2-466A-ED18-5A1B-DE3C61FC8447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7" creationId="{98E2143D-7F5A-3263-8138-E12036CD3F33}"/>
          </ac:spMkLst>
        </pc:spChg>
        <pc:grpChg chg="add mod">
          <ac:chgData name="Takeuchi, Koichiro" userId="b3848a05-443b-4434-8fa5-7398ca0c03c9" providerId="ADAL" clId="{AE71EA6D-8CAE-4CA8-A4AE-CBE82EA043E5}" dt="2024-09-25T03:49:45.813" v="2373" actId="12788"/>
          <ac:grpSpMkLst>
            <pc:docMk/>
            <pc:sldMk cId="3586072663" sldId="2147480848"/>
            <ac:grpSpMk id="28" creationId="{FEAAAACE-04E3-948B-6F26-017319D578C4}"/>
          </ac:grpSpMkLst>
        </pc:grp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4" creationId="{60936C72-1494-E60A-25FB-60F5558F841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5" creationId="{60FAB3F3-4144-B97A-0BA4-9825A85D634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6" creationId="{E3434A31-E37A-09F0-3D8F-262EFA24B110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23:01:39.902" v="7820" actId="1036"/>
        <pc:sldMkLst>
          <pc:docMk/>
          <pc:sldMk cId="2371508512" sldId="2147480849"/>
        </pc:sldMkLst>
        <pc:spChg chg="mod">
          <ac:chgData name="Takeuchi, Koichiro" userId="b3848a05-443b-4434-8fa5-7398ca0c03c9" providerId="ADAL" clId="{AE71EA6D-8CAE-4CA8-A4AE-CBE82EA043E5}" dt="2024-09-25T04:07:40.304" v="2458" actId="20577"/>
          <ac:spMkLst>
            <pc:docMk/>
            <pc:sldMk cId="2371508512" sldId="2147480849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10:03.492" v="5659" actId="20577"/>
          <ac:spMkLst>
            <pc:docMk/>
            <pc:sldMk cId="2371508512" sldId="2147480849"/>
            <ac:spMk id="3" creationId="{0C98F0AC-66A4-A6E6-A50C-620A0DD456A6}"/>
          </ac:spMkLst>
        </pc:spChg>
        <pc:spChg chg="mod">
          <ac:chgData name="Takeuchi, Koichiro" userId="b3848a05-443b-4434-8fa5-7398ca0c03c9" providerId="ADAL" clId="{AE71EA6D-8CAE-4CA8-A4AE-CBE82EA043E5}" dt="2024-09-25T03:50:03.279" v="2375"/>
          <ac:spMkLst>
            <pc:docMk/>
            <pc:sldMk cId="2371508512" sldId="2147480849"/>
            <ac:spMk id="4" creationId="{C8101EB1-9ED2-CF31-0FB9-CE23B61895D6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1" creationId="{C31BCB5F-31E3-BAFF-9992-9DF2CC3AECB2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2" creationId="{E12022C5-AB78-3FA6-7B87-88DBDE42659B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4" creationId="{AA64C16A-B209-2A5B-796B-56D751CA8FA8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5" creationId="{E2AF5D4B-C51B-5020-53B2-C8C2CCF6EEA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6" creationId="{32812AF3-1533-4C09-A3A8-57B04DCAA817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7" creationId="{813E4F5C-8202-4931-05FD-B273C0D2FFC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8" creationId="{C9925B9B-4BAF-3881-B6B3-C210A0D1A4B5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9" creationId="{B9D5D212-975C-5E37-88A0-38CD9165E701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0" creationId="{9EB74300-1502-32F5-88AE-5FF9D2C51566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1" creationId="{EEDBE511-7B5A-F39F-91A3-AA747558E2F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2" creationId="{D399909A-C331-AD0B-2161-254320A5A142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4" creationId="{B680E7DC-7610-BDB8-3203-DBA74EBA5156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5" creationId="{1ADE0EDB-29F4-DCAE-265B-A11A30FCAB13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6" creationId="{0007F55F-2C48-961E-0556-1764DDFFC7F2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7" creationId="{5BB30AA3-198A-7236-166E-910118D09B2A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8" creationId="{A17D9638-4AF9-1407-0658-8BEBEA4CD0E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9" creationId="{28208F67-E3E2-5A24-2911-A976F1F4BC62}"/>
          </ac:spMkLst>
        </pc:spChg>
        <pc:spChg chg="add mo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1" creationId="{DC0091EC-9C34-020F-54D3-424B47E8479D}"/>
          </ac:spMkLst>
        </pc:spChg>
        <pc:spChg chg="add mod or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2" creationId="{0EF71EEE-9169-2180-2856-5062FEF623CA}"/>
          </ac:spMkLst>
        </pc:spChg>
        <pc:spChg chg="mod">
          <ac:chgData name="Takeuchi, Koichiro" userId="b3848a05-443b-4434-8fa5-7398ca0c03c9" providerId="ADAL" clId="{AE71EA6D-8CAE-4CA8-A4AE-CBE82EA043E5}" dt="2024-09-25T05:08:00.796" v="5004"/>
          <ac:spMkLst>
            <pc:docMk/>
            <pc:sldMk cId="2371508512" sldId="2147480849"/>
            <ac:spMk id="36" creationId="{33F82A94-09B2-ED47-B62D-5420A21B73DC}"/>
          </ac:spMkLst>
        </pc:spChg>
        <pc:spChg chg="mod">
          <ac:chgData name="Takeuchi, Koichiro" userId="b3848a05-443b-4434-8fa5-7398ca0c03c9" providerId="ADAL" clId="{AE71EA6D-8CAE-4CA8-A4AE-CBE82EA043E5}" dt="2024-09-25T05:08:12.758" v="5008" actId="20577"/>
          <ac:spMkLst>
            <pc:docMk/>
            <pc:sldMk cId="2371508512" sldId="2147480849"/>
            <ac:spMk id="38" creationId="{9A525F87-A554-5323-16ED-D346CD051704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0" creationId="{C9F7B709-3BCC-21E8-8FD7-450DE2D81E40}"/>
          </ac:spMkLst>
        </pc:spChg>
        <pc:spChg chg="mod">
          <ac:chgData name="Takeuchi, Koichiro" userId="b3848a05-443b-4434-8fa5-7398ca0c03c9" providerId="ADAL" clId="{AE71EA6D-8CAE-4CA8-A4AE-CBE82EA043E5}" dt="2024-09-25T05:09:08.011" v="5053" actId="20577"/>
          <ac:spMkLst>
            <pc:docMk/>
            <pc:sldMk cId="2371508512" sldId="2147480849"/>
            <ac:spMk id="42" creationId="{1B2FFBFC-8275-861B-321F-B27C7AC9C341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4" creationId="{98B14ECB-14A9-3245-6998-4CE8BE975865}"/>
          </ac:spMkLst>
        </pc:spChg>
        <pc:spChg chg="mod">
          <ac:chgData name="Takeuchi, Koichiro" userId="b3848a05-443b-4434-8fa5-7398ca0c03c9" providerId="ADAL" clId="{AE71EA6D-8CAE-4CA8-A4AE-CBE82EA043E5}" dt="2024-09-25T05:09:17.098" v="5055" actId="20577"/>
          <ac:spMkLst>
            <pc:docMk/>
            <pc:sldMk cId="2371508512" sldId="2147480849"/>
            <ac:spMk id="46" creationId="{F882E28E-0DA8-7D6E-62DF-1278520FE3D9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2" creationId="{AA33B8D7-027C-05FA-1894-AF9F421A9DFF}"/>
          </ac:spMkLst>
        </pc:spChg>
        <pc:spChg chg="mod">
          <ac:chgData name="Takeuchi, Koichiro" userId="b3848a05-443b-4434-8fa5-7398ca0c03c9" providerId="ADAL" clId="{AE71EA6D-8CAE-4CA8-A4AE-CBE82EA043E5}" dt="2024-09-25T05:09:27.193" v="5061" actId="20577"/>
          <ac:spMkLst>
            <pc:docMk/>
            <pc:sldMk cId="2371508512" sldId="2147480849"/>
            <ac:spMk id="54" creationId="{0C75F47A-37E4-D665-31DB-D8AC484942FE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5" creationId="{502B76F4-C7B1-FCE1-93EA-17A4F8E154DB}"/>
          </ac:spMkLst>
        </pc:spChg>
        <pc:spChg chg="mod">
          <ac:chgData name="Takeuchi, Koichiro" userId="b3848a05-443b-4434-8fa5-7398ca0c03c9" providerId="ADAL" clId="{AE71EA6D-8CAE-4CA8-A4AE-CBE82EA043E5}" dt="2024-09-25T05:09:19.661" v="5057" actId="20577"/>
          <ac:spMkLst>
            <pc:docMk/>
            <pc:sldMk cId="2371508512" sldId="2147480849"/>
            <ac:spMk id="57" creationId="{BF6A83A9-CF61-050D-96C8-8AA9ACC81D4D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1" creationId="{B2ECC667-5639-0F5D-B59D-729E04724676}"/>
          </ac:spMkLst>
        </pc:spChg>
        <pc:spChg chg="mod">
          <ac:chgData name="Takeuchi, Koichiro" userId="b3848a05-443b-4434-8fa5-7398ca0c03c9" providerId="ADAL" clId="{AE71EA6D-8CAE-4CA8-A4AE-CBE82EA043E5}" dt="2024-09-25T05:09:32.484" v="5065" actId="20577"/>
          <ac:spMkLst>
            <pc:docMk/>
            <pc:sldMk cId="2371508512" sldId="2147480849"/>
            <ac:spMk id="63" creationId="{093C0969-2E80-3D43-8D80-23AA73EAF72A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4" creationId="{0529D70B-E3B4-7635-F68A-B6A9F688233E}"/>
          </ac:spMkLst>
        </pc:spChg>
        <pc:spChg chg="mod">
          <ac:chgData name="Takeuchi, Koichiro" userId="b3848a05-443b-4434-8fa5-7398ca0c03c9" providerId="ADAL" clId="{AE71EA6D-8CAE-4CA8-A4AE-CBE82EA043E5}" dt="2024-09-25T05:09:29.791" v="5063" actId="20577"/>
          <ac:spMkLst>
            <pc:docMk/>
            <pc:sldMk cId="2371508512" sldId="2147480849"/>
            <ac:spMk id="66" creationId="{EE2E8D2B-9E70-986F-E2A0-07A82B61B3E6}"/>
          </ac:spMkLst>
        </pc:spChg>
        <pc:spChg chg="add del mod">
          <ac:chgData name="Takeuchi, Koichiro" userId="b3848a05-443b-4434-8fa5-7398ca0c03c9" providerId="ADAL" clId="{AE71EA6D-8CAE-4CA8-A4AE-CBE82EA043E5}" dt="2024-09-25T05:10:03.960" v="5068" actId="478"/>
          <ac:spMkLst>
            <pc:docMk/>
            <pc:sldMk cId="2371508512" sldId="2147480849"/>
            <ac:spMk id="67" creationId="{3558F2A0-1FF1-64F9-B6F4-8AA549E1AD3A}"/>
          </ac:spMkLst>
        </pc:spChg>
        <pc:spChg chg="add mod">
          <ac:chgData name="Takeuchi, Koichiro" userId="b3848a05-443b-4434-8fa5-7398ca0c03c9" providerId="ADAL" clId="{AE71EA6D-8CAE-4CA8-A4AE-CBE82EA043E5}" dt="2024-09-25T11:10:17.408" v="5671" actId="947"/>
          <ac:spMkLst>
            <pc:docMk/>
            <pc:sldMk cId="2371508512" sldId="2147480849"/>
            <ac:spMk id="68" creationId="{78224FF3-FC45-4C1E-B2D4-39E91DD1BA6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69" creationId="{C9F0B1BF-2D51-9CB8-90DA-50F0CD092929}"/>
          </ac:spMkLst>
        </pc:spChg>
        <pc:spChg chg="add del mod">
          <ac:chgData name="Takeuchi, Koichiro" userId="b3848a05-443b-4434-8fa5-7398ca0c03c9" providerId="ADAL" clId="{AE71EA6D-8CAE-4CA8-A4AE-CBE82EA043E5}" dt="2024-09-25T05:12:49.008" v="5281" actId="478"/>
          <ac:spMkLst>
            <pc:docMk/>
            <pc:sldMk cId="2371508512" sldId="2147480849"/>
            <ac:spMk id="70" creationId="{8DBA923A-54B4-CBD0-F69F-5F20645ED341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4" creationId="{5A6213E7-16DA-0C51-625C-4429C745F567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6" creationId="{EEC8E359-41C0-787D-3917-BCA7ECADE0FC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7" creationId="{6C328E14-40C2-705F-AE9A-30B0A870F42B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9" creationId="{22F9D256-EAC0-CA5F-FDE1-4A7C9AB940A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0" creationId="{E0365989-CA2F-7083-A760-26BE1FBBEDF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1" creationId="{C09A1A30-7D2E-1983-17DB-6BE5C1289B1D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2" creationId="{4594B8C7-E951-E8CA-58A4-31D171AE0DF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3" creationId="{CA6ED5D1-DCBE-DEAF-718D-15B9BFB29B2D}"/>
          </ac:spMkLst>
        </pc:spChg>
        <pc:spChg chg="add mod">
          <ac:chgData name="Takeuchi, Koichiro" userId="b3848a05-443b-4434-8fa5-7398ca0c03c9" providerId="ADAL" clId="{AE71EA6D-8CAE-4CA8-A4AE-CBE82EA043E5}" dt="2024-09-25T11:24:29.939" v="6494" actId="20577"/>
          <ac:spMkLst>
            <pc:docMk/>
            <pc:sldMk cId="2371508512" sldId="2147480849"/>
            <ac:spMk id="84" creationId="{11E16BF4-7306-4541-C57B-DC8373C340B5}"/>
          </ac:spMkLst>
        </pc:spChg>
        <pc:spChg chg="add mod">
          <ac:chgData name="Takeuchi, Koichiro" userId="b3848a05-443b-4434-8fa5-7398ca0c03c9" providerId="ADAL" clId="{AE71EA6D-8CAE-4CA8-A4AE-CBE82EA043E5}" dt="2024-09-25T11:12:28.256" v="5924" actId="1037"/>
          <ac:spMkLst>
            <pc:docMk/>
            <pc:sldMk cId="2371508512" sldId="2147480849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86" creationId="{26F92125-2DBD-2D8F-6A35-2854C18E0C2A}"/>
          </ac:spMkLst>
        </pc:spChg>
        <pc:grpChg chg="add del mod">
          <ac:chgData name="Takeuchi, Koichiro" userId="b3848a05-443b-4434-8fa5-7398ca0c03c9" providerId="ADAL" clId="{AE71EA6D-8CAE-4CA8-A4AE-CBE82EA043E5}" dt="2024-09-25T23:01:10.138" v="7771" actId="165"/>
          <ac:grpSpMkLst>
            <pc:docMk/>
            <pc:sldMk cId="2371508512" sldId="2147480849"/>
            <ac:grpSpMk id="13" creationId="{5C5E99E5-708B-B4E2-D577-494B5D69BA62}"/>
          </ac:grpSpMkLst>
        </pc:grpChg>
        <pc:grpChg chg="add del mod">
          <ac:chgData name="Takeuchi, Koichiro" userId="b3848a05-443b-4434-8fa5-7398ca0c03c9" providerId="ADAL" clId="{AE71EA6D-8CAE-4CA8-A4AE-CBE82EA043E5}" dt="2024-09-25T05:07:23.609" v="4984" actId="165"/>
          <ac:grpSpMkLst>
            <pc:docMk/>
            <pc:sldMk cId="2371508512" sldId="2147480849"/>
            <ac:grpSpMk id="33" creationId="{D2471F2E-3CDA-2B4B-E71E-6115A952175D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4" creationId="{DDC8AA3C-59F8-B5CD-5E6B-10B42E61DCC4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5" creationId="{BC1C2B7F-3812-398B-DC47-EB7839122DA1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39" creationId="{06919D7E-286D-07F2-209C-500C121962B9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43" creationId="{F86D0214-56C6-A2C0-32AE-AB2FFE80B8C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7" creationId="{E70F471B-F500-CC93-AE52-C5D2630CA66F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8" creationId="{22521FBB-FB27-B4FE-9EE3-8C2306D2CCB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9" creationId="{C728D113-7E16-7741-E4E4-1DA1DDC2A22E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0" creationId="{51471B8C-5235-8388-C9F9-55F313029979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1" creationId="{207260FB-A660-0FF4-D20B-D92FCB13C808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58" creationId="{02E71618-9A39-6CCE-225F-04C1E91E67A7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59" creationId="{E5FD7A6D-A818-79C7-CF1A-F62681B8D206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60" creationId="{3D111A76-E370-8BEB-1197-7B32ED9FB866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71" creationId="{9E437840-817A-119F-180D-0F1761543670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2" creationId="{660758BB-E5C3-837B-4C07-17A6F176680D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3" creationId="{2FC907FC-7FC6-B124-79F1-464E830DD66E}"/>
          </ac:grpSpMkLst>
        </pc:grpChg>
        <pc:grpChg chg="add mod">
          <ac:chgData name="Takeuchi, Koichiro" userId="b3848a05-443b-4434-8fa5-7398ca0c03c9" providerId="ADAL" clId="{AE71EA6D-8CAE-4CA8-A4AE-CBE82EA043E5}" dt="2024-09-25T23:01:39.902" v="7820" actId="1036"/>
          <ac:grpSpMkLst>
            <pc:docMk/>
            <pc:sldMk cId="2371508512" sldId="2147480849"/>
            <ac:grpSpMk id="87" creationId="{626C4644-D602-9B6E-BAF9-DB75C5EE51F0}"/>
          </ac:grpSpMkLst>
        </pc:grp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8" creationId="{3D764613-8918-F736-DE34-204B85180D3F}"/>
          </ac:picMkLst>
        </pc:pic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10" creationId="{D54926C7-AE94-C884-46A4-580622587C19}"/>
          </ac:picMkLst>
        </pc:picChg>
        <pc:picChg chg="add mod topLvl">
          <ac:chgData name="Takeuchi, Koichiro" userId="b3848a05-443b-4434-8fa5-7398ca0c03c9" providerId="ADAL" clId="{AE71EA6D-8CAE-4CA8-A4AE-CBE82EA043E5}" dt="2024-09-25T05:07:56.342" v="5002" actId="164"/>
          <ac:picMkLst>
            <pc:docMk/>
            <pc:sldMk cId="2371508512" sldId="2147480849"/>
            <ac:picMk id="30" creationId="{00B65249-5709-55B4-826D-1FDA8263804D}"/>
          </ac:picMkLst>
        </pc:picChg>
        <pc:picChg chg="mod">
          <ac:chgData name="Takeuchi, Koichiro" userId="b3848a05-443b-4434-8fa5-7398ca0c03c9" providerId="ADAL" clId="{AE71EA6D-8CAE-4CA8-A4AE-CBE82EA043E5}" dt="2024-09-25T05:08:00.796" v="5004"/>
          <ac:picMkLst>
            <pc:docMk/>
            <pc:sldMk cId="2371508512" sldId="2147480849"/>
            <ac:picMk id="37" creationId="{718FC063-DC72-233D-B1A9-62798ED45098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1" creationId="{FBF0D9DC-6A5F-DE2B-A010-6E6EA3324521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5" creationId="{787A196A-2F8C-AB58-F241-1FE2DE654912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3" creationId="{F40202BB-A074-97AC-7224-2B1ECCB9D3E6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6" creationId="{8EF56194-25FE-893C-C5BF-ED87D6BDC5E0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2" creationId="{A2F3D737-146F-1E88-BA37-3576F9342FC6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5" creationId="{4A3C9ED8-975F-0C60-BAC5-8CDE8D966E9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5" creationId="{C0017B93-C278-3C0A-7B7B-414F883F4D1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8" creationId="{1CD1FCA8-F0FF-D660-7F5F-CD0724B3BA51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11:52:57.988" v="7723" actId="20577"/>
        <pc:sldMkLst>
          <pc:docMk/>
          <pc:sldMk cId="3401180551" sldId="2147480850"/>
        </pc:sldMkLst>
        <pc:spChg chg="mod">
          <ac:chgData name="Takeuchi, Koichiro" userId="b3848a05-443b-4434-8fa5-7398ca0c03c9" providerId="ADAL" clId="{AE71EA6D-8CAE-4CA8-A4AE-CBE82EA043E5}" dt="2024-09-25T11:52:57.988" v="7723" actId="20577"/>
          <ac:spMkLst>
            <pc:docMk/>
            <pc:sldMk cId="3401180551" sldId="2147480850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5T11:21:02.590" v="6297" actId="20577"/>
          <ac:spMkLst>
            <pc:docMk/>
            <pc:sldMk cId="3401180551" sldId="2147480850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14:35.221" v="5930" actId="20577"/>
          <ac:spMkLst>
            <pc:docMk/>
            <pc:sldMk cId="3401180551" sldId="2147480850"/>
            <ac:spMk id="4" creationId="{726E7864-2102-B59E-0C8D-4ADA30B05C08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7" creationId="{04D41AFC-C715-1823-BF6E-ECDEFE0F537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9" creationId="{62D9D165-A7B7-E4A2-58DC-A2E551D4988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0" creationId="{F9476834-AD86-6972-656C-322C6ABBD26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1" creationId="{4F2B6096-143A-BD02-1488-210F74E086B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2" creationId="{9A40CB88-F445-DB7A-1DE7-5BABA1511238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3" creationId="{75C35750-17C4-605D-AB1F-DCFF9E82F8C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4" creationId="{1B16D3A4-8048-FCC6-10FE-A0F8D2C7D8E5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6" creationId="{BBF224E6-4F7E-0CC5-A095-172494540299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7" creationId="{15CCEB5F-573E-879B-A1C0-9358AE7ED84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8" creationId="{ACD76C05-5A28-4456-3174-18440680696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9" creationId="{77523E7A-78BB-2046-FF8F-FAA2B96ABFB6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0" creationId="{883E186C-B87B-1ABF-028F-5102BDEE229D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1" creationId="{978E87E8-C55A-FB41-B64C-240920692431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2" creationId="{E8527FA8-17D1-2AC0-EF09-675A0760106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3" creationId="{F3A3F02A-E129-C0CB-300B-E9B796463CA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4" creationId="{BF76FE0F-8781-9A24-77A4-F7C55D57478E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5" creationId="{474341A8-1A25-57F5-0140-C1A862A8D15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6" creationId="{AAD239D0-4432-132B-7466-22B2D745D764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7" creationId="{92592F75-30EB-6CF8-2632-3C084547091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8" creationId="{505F4031-205C-8EFA-4102-9D73C5F793E4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9" creationId="{A748A8EB-87B6-8C46-112E-C7ED19C1DDD2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39" creationId="{D271E15F-9DA9-0AF9-6DBD-2B89BE93A74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0" creationId="{6B480E5C-B6F1-7070-872B-7E44BC8558C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1" creationId="{D28131A0-047A-05B1-8D5E-65018C7FEF77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2" creationId="{E9D67230-30D7-8F0F-1BD0-A6BA820A7D1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3" creationId="{4799A0D8-0238-85E7-EEAF-651EB881A813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4" creationId="{C02C02B9-BA8C-84EF-7647-0473130E509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5" creationId="{E91FA006-37C9-2760-094F-E613E764056A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6" creationId="{F9239200-0334-8AF6-B770-474F65C7AB8C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8" creationId="{3F948C03-4090-5A58-B73A-1E265ABD250F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9" creationId="{9F527AB2-D50F-7B71-D293-F6DCBF1B12C8}"/>
          </ac:spMkLst>
        </pc:s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8" creationId="{8C290843-8BCD-4DEC-060A-D3B1B6282C7B}"/>
          </ac:grpSpMkLst>
        </pc:gr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15" creationId="{775F07EC-6B09-F9EC-77A5-F80AD934F101}"/>
          </ac:grpSpMkLst>
        </pc:grp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0" creationId="{49E3A6D8-C633-D770-58DE-31C65707075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1" creationId="{1592694B-3C12-D976-D297-C33ECA617AAC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2" creationId="{2F292F22-927F-8D07-795C-88C73E055434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3" creationId="{03B79EBE-344A-28D5-E049-1213611797C1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4" creationId="{B5C58146-400B-27D5-BD33-CF20F5BF6495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5" creationId="{E15F8735-985A-DDAF-BD0A-EDE17C6F30D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6" creationId="{6C886188-423B-61A9-DA72-1EB25F9FD159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7" creationId="{C31723B8-4E56-F792-069D-43E1FA484768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8" creationId="{CF2ADED1-0628-ED5C-4F20-52AFAFCEC0D5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1.450" v="7725" actId="20577"/>
        <pc:sldMkLst>
          <pc:docMk/>
          <pc:sldMk cId="4035365044" sldId="2147480851"/>
        </pc:sldMkLst>
        <pc:spChg chg="mod">
          <ac:chgData name="Takeuchi, Koichiro" userId="b3848a05-443b-4434-8fa5-7398ca0c03c9" providerId="ADAL" clId="{AE71EA6D-8CAE-4CA8-A4AE-CBE82EA043E5}" dt="2024-09-25T11:53:01.450" v="7725" actId="20577"/>
          <ac:spMkLst>
            <pc:docMk/>
            <pc:sldMk cId="4035365044" sldId="2147480851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11:22:18.873" v="6347" actId="478"/>
          <ac:spMkLst>
            <pc:docMk/>
            <pc:sldMk cId="4035365044" sldId="2147480851"/>
            <ac:spMk id="3" creationId="{A63CCEC0-4EC9-A937-1737-25F942C96D8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2:20.361" v="6348" actId="478"/>
          <ac:spMkLst>
            <pc:docMk/>
            <pc:sldMk cId="4035365044" sldId="2147480851"/>
            <ac:spMk id="49" creationId="{5D7CFE7F-AE65-0BCF-EEA5-C34459655080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2" creationId="{7D98783F-EEE3-8908-83B3-2946D4405EE6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3" creationId="{F7F405D1-A587-D33C-4CB0-65E66B0E415E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4" creationId="{370539C7-7701-D921-8797-AA67C0E4906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5" creationId="{93846630-C8A8-06FB-03BD-892C8A6E334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6" creationId="{D9BF4AA1-427F-1D09-A7B3-85409BF2EFBF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7" creationId="{EC0FF5E8-1971-8151-3F26-8D0128FAB9A3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8" creationId="{66E8F1F8-6BF8-42B9-67A5-A4D45B562217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9" creationId="{C4FC4CD3-41FC-3FB5-60A5-0403D7F16EDB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2" creationId="{CDDAAC56-FBD7-C8B2-8E21-B600221019EF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3" creationId="{FF9F1C80-397A-287C-1148-F4DEF2DFA609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4" creationId="{0F2A31F0-87EC-5C51-5D1F-92C0F9B76A3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5" creationId="{F2170454-718D-586A-AAB7-8EF43ECE12A6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6" creationId="{44FBFB3C-A9D9-0409-8F6F-43BF9EB43B74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7" creationId="{6A238C59-D28E-3A63-EC1E-A37718F3CFA0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8" creationId="{038D61DE-5CD0-6FC2-4D37-A00A500BDB8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9" creationId="{5887412D-8539-34EB-7FAD-EF16F230D007}"/>
          </ac:spMkLst>
        </pc:s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5T11:23:00.267" v="6410" actId="1038"/>
          <ac:grpSpMkLst>
            <pc:docMk/>
            <pc:sldMk cId="4035365044" sldId="2147480851"/>
            <ac:grpSpMk id="51" creationId="{A7DD5E8C-0FFE-21DF-858B-78B65BB5D233}"/>
          </ac:grpSpMkLst>
        </pc:grpChg>
        <pc:grpChg chg="add mod">
          <ac:chgData name="Takeuchi, Koichiro" userId="b3848a05-443b-4434-8fa5-7398ca0c03c9" providerId="ADAL" clId="{AE71EA6D-8CAE-4CA8-A4AE-CBE82EA043E5}" dt="2024-09-25T11:23:14.390" v="6411"/>
          <ac:grpSpMkLst>
            <pc:docMk/>
            <pc:sldMk cId="4035365044" sldId="2147480851"/>
            <ac:grpSpMk id="61" creationId="{B7C3DF1A-EA99-7030-0620-9B804B6DC4F8}"/>
          </ac:grpSpMkLst>
        </pc:grp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5T11:23:00.267" v="6410" actId="1038"/>
          <ac:picMkLst>
            <pc:docMk/>
            <pc:sldMk cId="4035365044" sldId="2147480851"/>
            <ac:picMk id="50" creationId="{D55FC026-BED1-F855-42C8-A6E0CC5FE510}"/>
          </ac:picMkLst>
        </pc:picChg>
        <pc:picChg chg="add mod">
          <ac:chgData name="Takeuchi, Koichiro" userId="b3848a05-443b-4434-8fa5-7398ca0c03c9" providerId="ADAL" clId="{AE71EA6D-8CAE-4CA8-A4AE-CBE82EA043E5}" dt="2024-09-25T11:23:14.390" v="6411"/>
          <ac:picMkLst>
            <pc:docMk/>
            <pc:sldMk cId="4035365044" sldId="2147480851"/>
            <ac:picMk id="60" creationId="{9DEB28B7-49ED-8A97-F5FD-34EA6E57119D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4.889" v="7727" actId="20577"/>
        <pc:sldMkLst>
          <pc:docMk/>
          <pc:sldMk cId="4115416855" sldId="2147480852"/>
        </pc:sldMkLst>
        <pc:spChg chg="mod">
          <ac:chgData name="Takeuchi, Koichiro" userId="b3848a05-443b-4434-8fa5-7398ca0c03c9" providerId="ADAL" clId="{AE71EA6D-8CAE-4CA8-A4AE-CBE82EA043E5}" dt="2024-09-25T11:53:04.889" v="7727" actId="20577"/>
          <ac:spMkLst>
            <pc:docMk/>
            <pc:sldMk cId="4115416855" sldId="2147480852"/>
            <ac:spMk id="2" creationId="{2E73C4BD-07DA-E92F-E6E6-03E77D0C292E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3" creationId="{DBB6C03E-F494-A845-BAAB-BEBC564DBC18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7" creationId="{C8DA08F6-77CA-9276-6E14-2811803DC76D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8" creationId="{BFFE1574-198C-1556-0E1F-633D9CAE466C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9" creationId="{33AF7653-6051-4E96-8FCF-8C71456FBC01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0" creationId="{9138741B-AB7D-B020-4078-7EF8DD425D65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1" creationId="{D83A678F-9990-EB63-2B2C-C32B0CE22B37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4" creationId="{13C06B5F-DEEE-0EB8-D531-20E12390A1A1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5" creationId="{CFAA4430-72A9-3480-60D0-F7CCF80C47A2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4" creationId="{370539C7-7701-D921-8797-AA67C0E4906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5" creationId="{93846630-C8A8-06FB-03BD-892C8A6E334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6" creationId="{D9BF4AA1-427F-1D09-A7B3-85409BF2EFBF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7" creationId="{EC0FF5E8-1971-8151-3F26-8D0128FAB9A3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8" creationId="{66E8F1F8-6BF8-42B9-67A5-A4D45B562217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9" creationId="{C4FC4CD3-41FC-3FB5-60A5-0403D7F16EDB}"/>
          </ac:spMkLst>
        </pc:spChg>
        <pc:grpChg chg="add mod">
          <ac:chgData name="Takeuchi, Koichiro" userId="b3848a05-443b-4434-8fa5-7398ca0c03c9" providerId="ADAL" clId="{AE71EA6D-8CAE-4CA8-A4AE-CBE82EA043E5}" dt="2024-09-25T11:23:48.173" v="6451"/>
          <ac:grpSpMkLst>
            <pc:docMk/>
            <pc:sldMk cId="4115416855" sldId="2147480852"/>
            <ac:grpSpMk id="13" creationId="{A026BA99-99FD-719E-26BD-BDBAC3B8ABC6}"/>
          </ac:grpSpMkLst>
        </pc:grpChg>
        <pc:grpChg chg="del">
          <ac:chgData name="Takeuchi, Koichiro" userId="b3848a05-443b-4434-8fa5-7398ca0c03c9" providerId="ADAL" clId="{AE71EA6D-8CAE-4CA8-A4AE-CBE82EA043E5}" dt="2024-09-25T11:23:44.660" v="6449" actId="478"/>
          <ac:grpSpMkLst>
            <pc:docMk/>
            <pc:sldMk cId="4115416855" sldId="2147480852"/>
            <ac:grpSpMk id="51" creationId="{A7DD5E8C-0FFE-21DF-858B-78B65BB5D233}"/>
          </ac:grpSpMkLst>
        </pc:grpChg>
        <pc:picChg chg="add mod">
          <ac:chgData name="Takeuchi, Koichiro" userId="b3848a05-443b-4434-8fa5-7398ca0c03c9" providerId="ADAL" clId="{AE71EA6D-8CAE-4CA8-A4AE-CBE82EA043E5}" dt="2024-09-25T11:23:48.173" v="6451"/>
          <ac:picMkLst>
            <pc:docMk/>
            <pc:sldMk cId="4115416855" sldId="2147480852"/>
            <ac:picMk id="12" creationId="{DDAD5CE1-AFE5-0818-B039-9FCBDF8670F2}"/>
          </ac:picMkLst>
        </pc:picChg>
        <pc:picChg chg="del">
          <ac:chgData name="Takeuchi, Koichiro" userId="b3848a05-443b-4434-8fa5-7398ca0c03c9" providerId="ADAL" clId="{AE71EA6D-8CAE-4CA8-A4AE-CBE82EA043E5}" dt="2024-09-25T11:23:44.660" v="6449" actId="478"/>
          <ac:picMkLst>
            <pc:docMk/>
            <pc:sldMk cId="4115416855" sldId="2147480852"/>
            <ac:picMk id="50" creationId="{D55FC026-BED1-F855-42C8-A6E0CC5FE510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32:00.448" v="6967" actId="1035"/>
        <pc:sldMkLst>
          <pc:docMk/>
          <pc:sldMk cId="3344083266" sldId="2147480853"/>
        </pc:sldMkLst>
        <pc:spChg chg="mod">
          <ac:chgData name="Takeuchi, Koichiro" userId="b3848a05-443b-4434-8fa5-7398ca0c03c9" providerId="ADAL" clId="{AE71EA6D-8CAE-4CA8-A4AE-CBE82EA043E5}" dt="2024-09-25T11:26:04.805" v="6526" actId="20577"/>
          <ac:spMkLst>
            <pc:docMk/>
            <pc:sldMk cId="3344083266" sldId="2147480853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31:45.920" v="6940" actId="20577"/>
          <ac:spMkLst>
            <pc:docMk/>
            <pc:sldMk cId="3344083266" sldId="2147480853"/>
            <ac:spMk id="3" creationId="{0C98F0AC-66A4-A6E6-A50C-620A0DD456A6}"/>
          </ac:spMkLst>
        </pc:spChg>
        <pc:spChg chg="del">
          <ac:chgData name="Takeuchi, Koichiro" userId="b3848a05-443b-4434-8fa5-7398ca0c03c9" providerId="ADAL" clId="{AE71EA6D-8CAE-4CA8-A4AE-CBE82EA043E5}" dt="2024-09-25T11:26:07.730" v="6527" actId="478"/>
          <ac:spMkLst>
            <pc:docMk/>
            <pc:sldMk cId="3344083266" sldId="2147480853"/>
            <ac:spMk id="4" creationId="{C8101EB1-9ED2-CF31-0FB9-CE23B61895D6}"/>
          </ac:spMkLst>
        </pc:spChg>
        <pc:spChg chg="add del mod">
          <ac:chgData name="Takeuchi, Koichiro" userId="b3848a05-443b-4434-8fa5-7398ca0c03c9" providerId="ADAL" clId="{AE71EA6D-8CAE-4CA8-A4AE-CBE82EA043E5}" dt="2024-09-25T11:26:10.473" v="6528" actId="478"/>
          <ac:spMkLst>
            <pc:docMk/>
            <pc:sldMk cId="3344083266" sldId="2147480853"/>
            <ac:spMk id="9" creationId="{46E0F631-96AE-B418-1B89-34F6D9D6914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4" creationId="{AA64C16A-B209-2A5B-796B-56D751CA8FA8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5" creationId="{E2AF5D4B-C51B-5020-53B2-C8C2CCF6EEA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6" creationId="{32812AF3-1533-4C09-A3A8-57B04DCAA81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7" creationId="{813E4F5C-8202-4931-05FD-B273C0D2FFC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8" creationId="{C9925B9B-4BAF-3881-B6B3-C210A0D1A4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9" creationId="{B9D5D212-975C-5E37-88A0-38CD9165E701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0" creationId="{9EB74300-1502-32F5-88AE-5FF9D2C51566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1" creationId="{EEDBE511-7B5A-F39F-91A3-AA747558E2F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2" creationId="{D399909A-C331-AD0B-2161-254320A5A14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25" creationId="{F0E82059-DA70-2946-684D-0E65CC48F9DC}"/>
          </ac:spMkLst>
        </pc:spChg>
        <pc:spChg chg="del">
          <ac:chgData name="Takeuchi, Koichiro" userId="b3848a05-443b-4434-8fa5-7398ca0c03c9" providerId="ADAL" clId="{AE71EA6D-8CAE-4CA8-A4AE-CBE82EA043E5}" dt="2024-09-25T11:26:23.121" v="6530" actId="478"/>
          <ac:spMkLst>
            <pc:docMk/>
            <pc:sldMk cId="3344083266" sldId="2147480853"/>
            <ac:spMk id="26" creationId="{0007F55F-2C48-961E-0556-1764DDFFC7F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7" creationId="{5BB30AA3-198A-7236-166E-910118D09B2A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8" creationId="{A17D9638-4AF9-1407-0658-8BEBEA4CD0E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33" creationId="{B19BAF04-1F57-1B94-C7CE-A66AD973BE1E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67" creationId="{B66594BC-4A01-BC94-3544-DF122D6333E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8" creationId="{78224FF3-FC45-4C1E-B2D4-39E91DD1BA6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70" creationId="{EB486A8F-243B-3198-66C5-AD3A80E7FB5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0" creationId="{E0365989-CA2F-7083-A760-26BE1FBBEDF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1" creationId="{C09A1A30-7D2E-1983-17DB-6BE5C1289B1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2" creationId="{4594B8C7-E951-E8CA-58A4-31D171AE0DF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3" creationId="{CA6ED5D1-DCBE-DEAF-718D-15B9BFB29B2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4" creationId="{11E16BF4-7306-4541-C57B-DC8373C340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5" creationId="{DCB8FC62-BDC2-2CF6-8C09-D5A6CD2BC3E1}"/>
          </ac:spMkLst>
        </pc:s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13" creationId="{5C5E99E5-708B-B4E2-D577-494B5D69BA62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7" creationId="{E70F471B-F500-CC93-AE52-C5D2630CA66F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8" creationId="{22521FBB-FB27-B4FE-9EE3-8C2306D2CCBA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9" creationId="{C728D113-7E16-7741-E4E4-1DA1DDC2A22E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58" creationId="{02E71618-9A39-6CCE-225F-04C1E91E67A7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71" creationId="{9E437840-817A-119F-180D-0F1761543670}"/>
          </ac:grpSpMkLst>
        </pc:grp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8" creationId="{3D764613-8918-F736-DE34-204B85180D3F}"/>
          </ac:picMkLst>
        </pc:pic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32:00.448" v="6967" actId="1035"/>
          <ac:picMkLst>
            <pc:docMk/>
            <pc:sldMk cId="3344083266" sldId="2147480853"/>
            <ac:picMk id="24" creationId="{C1499C9F-63EC-0721-42A5-FC8207B5DD0F}"/>
          </ac:picMkLst>
        </pc:pic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6" creationId="{34D49FCE-3F13-8BC2-9DDD-4D3BBDBAB94F}"/>
          </ac:cxnSpMkLst>
        </pc:cxn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7" creationId="{3FB62735-F178-5A68-2156-CFF8B0E7A736}"/>
          </ac:cxnSpMkLst>
        </pc:cxnChg>
      </pc:sldChg>
      <pc:sldChg chg="add del ord">
        <pc:chgData name="Takeuchi, Koichiro" userId="b3848a05-443b-4434-8fa5-7398ca0c03c9" providerId="ADAL" clId="{AE71EA6D-8CAE-4CA8-A4AE-CBE82EA043E5}" dt="2024-09-25T23:28:45.945" v="8629" actId="47"/>
        <pc:sldMkLst>
          <pc:docMk/>
          <pc:sldMk cId="1883517863" sldId="2147480854"/>
        </pc:sldMkLst>
      </pc:sldChg>
      <pc:sldChg chg="addSp delSp modSp add mod">
        <pc:chgData name="Takeuchi, Koichiro" userId="b3848a05-443b-4434-8fa5-7398ca0c03c9" providerId="ADAL" clId="{AE71EA6D-8CAE-4CA8-A4AE-CBE82EA043E5}" dt="2024-09-26T01:40:05.612" v="11499" actId="20577"/>
        <pc:sldMkLst>
          <pc:docMk/>
          <pc:sldMk cId="902381730" sldId="2147480855"/>
        </pc:sldMkLst>
        <pc:spChg chg="mod">
          <ac:chgData name="Takeuchi, Koichiro" userId="b3848a05-443b-4434-8fa5-7398ca0c03c9" providerId="ADAL" clId="{AE71EA6D-8CAE-4CA8-A4AE-CBE82EA043E5}" dt="2024-09-26T01:33:43.969" v="11156" actId="20577"/>
          <ac:spMkLst>
            <pc:docMk/>
            <pc:sldMk cId="902381730" sldId="2147480855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6T01:21:45.768" v="10269" actId="20577"/>
          <ac:spMkLst>
            <pc:docMk/>
            <pc:sldMk cId="902381730" sldId="2147480855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32:40.652" v="7000" actId="20577"/>
          <ac:spMkLst>
            <pc:docMk/>
            <pc:sldMk cId="902381730" sldId="2147480855"/>
            <ac:spMk id="4" creationId="{726E7864-2102-B59E-0C8D-4ADA30B05C08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7" creationId="{561DD742-1C58-6E9B-B8EC-B3B9BC0A4EA5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0" creationId="{398912D2-94C1-66EA-B32A-56AB87D85DAD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1" creationId="{CC7C3D79-5A46-5A45-4492-18EDA5B35A46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2" creationId="{A03224E5-AE53-3F93-6BC4-962ACBE3BB97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3" creationId="{DDB54F8E-7B13-E408-107D-9148C50C50B1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54" creationId="{B32A7A4B-3172-731C-3B87-6C49899DB31B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55" creationId="{088E7AB7-D4F9-4310-0333-FCA0BF3FF8C0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6" creationId="{C19D196A-984E-043C-5011-816354D0BEF2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7" creationId="{81FA4109-6614-2798-D1BE-360D568574E1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8" creationId="{E9C28FEA-7900-C7C3-F398-A19B6EFB1108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9" creationId="{17792A06-F521-FCAC-DD44-BF7DDA9B6499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60" creationId="{99CF806D-306C-CB5E-75BC-199FB12F9236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61" creationId="{9A73872D-E23E-0217-7C3C-673C2F0B2D52}"/>
          </ac:spMkLst>
        </pc:spChg>
        <pc:spChg chg="add mod">
          <ac:chgData name="Takeuchi, Koichiro" userId="b3848a05-443b-4434-8fa5-7398ca0c03c9" providerId="ADAL" clId="{AE71EA6D-8CAE-4CA8-A4AE-CBE82EA043E5}" dt="2024-09-26T01:40:05.612" v="11499" actId="20577"/>
          <ac:spMkLst>
            <pc:docMk/>
            <pc:sldMk cId="902381730" sldId="2147480855"/>
            <ac:spMk id="68" creationId="{0035A0F4-E177-420E-29B2-B87FC6A3522F}"/>
          </ac:spMkLst>
        </pc:s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2" creationId="{9FD15C0A-993B-A428-6730-AE50F5D77E9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3" creationId="{F86E3B56-321B-69CA-D149-E4298333B0AC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4" creationId="{BDB882BD-5C07-841A-A1C8-15B84A1796F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5" creationId="{D96BB33E-38EE-1F85-4663-F8DB2EDC5C6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6" creationId="{89674DC1-6A9F-3D62-B675-44D553C4BD3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7" creationId="{7136A8C0-4BBC-558B-96E3-D1C65A9666FB}"/>
          </ac:grpSpMkLst>
        </pc:grpChg>
        <pc:grpChg chg="add mod">
          <ac:chgData name="Takeuchi, Koichiro" userId="b3848a05-443b-4434-8fa5-7398ca0c03c9" providerId="ADAL" clId="{AE71EA6D-8CAE-4CA8-A4AE-CBE82EA043E5}" dt="2024-09-26T01:34:10.754" v="11159" actId="554"/>
          <ac:grpSpMkLst>
            <pc:docMk/>
            <pc:sldMk cId="902381730" sldId="2147480855"/>
            <ac:grpSpMk id="69" creationId="{535BB39A-058C-56B5-0FF8-463C79C45A7D}"/>
          </ac:grpSpMkLst>
        </pc:grp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6T01:34:10.754" v="11159" actId="554"/>
          <ac:picMkLst>
            <pc:docMk/>
            <pc:sldMk cId="902381730" sldId="2147480855"/>
            <ac:picMk id="49" creationId="{AC6B189D-756C-F5D5-3592-3D15B62A8F29}"/>
          </ac:picMkLst>
        </pc:picChg>
      </pc:sldChg>
      <pc:sldChg chg="new del">
        <pc:chgData name="Takeuchi, Koichiro" userId="b3848a05-443b-4434-8fa5-7398ca0c03c9" providerId="ADAL" clId="{AE71EA6D-8CAE-4CA8-A4AE-CBE82EA043E5}" dt="2024-09-25T11:45:51.331" v="7003" actId="680"/>
        <pc:sldMkLst>
          <pc:docMk/>
          <pc:sldMk cId="3182698860" sldId="2147480856"/>
        </pc:sldMkLst>
      </pc:sldChg>
      <pc:sldChg chg="addSp delSp modSp add mod">
        <pc:chgData name="Takeuchi, Koichiro" userId="b3848a05-443b-4434-8fa5-7398ca0c03c9" providerId="ADAL" clId="{AE71EA6D-8CAE-4CA8-A4AE-CBE82EA043E5}" dt="2024-09-25T11:52:49.866" v="7721" actId="1036"/>
        <pc:sldMkLst>
          <pc:docMk/>
          <pc:sldMk cId="3524859321" sldId="2147480856"/>
        </pc:sldMkLst>
        <pc:spChg chg="mod">
          <ac:chgData name="Takeuchi, Koichiro" userId="b3848a05-443b-4434-8fa5-7398ca0c03c9" providerId="ADAL" clId="{AE71EA6D-8CAE-4CA8-A4AE-CBE82EA043E5}" dt="2024-09-25T11:47:29.740" v="7093" actId="20577"/>
          <ac:spMkLst>
            <pc:docMk/>
            <pc:sldMk cId="3524859321" sldId="2147480856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52:16.663" v="7672" actId="20577"/>
          <ac:spMkLst>
            <pc:docMk/>
            <pc:sldMk cId="3524859321" sldId="2147480856"/>
            <ac:spMk id="3" creationId="{0C98F0AC-66A4-A6E6-A50C-620A0DD456A6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5" creationId="{E809ABAD-B83F-9577-F05B-42FF12F1E4CE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6" creationId="{AD71C723-90C8-1D10-EA55-843C69AC7E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" creationId="{1654E75C-80A6-3DDA-58F6-F599A6109FB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" creationId="{DE23C94C-DBA9-67C1-1570-71E9FC5325F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4" creationId="{AA64C16A-B209-2A5B-796B-56D751CA8FA8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5" creationId="{E2AF5D4B-C51B-5020-53B2-C8C2CCF6EEA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6" creationId="{32812AF3-1533-4C09-A3A8-57B04DCAA81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7" creationId="{813E4F5C-8202-4931-05FD-B273C0D2FFC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8" creationId="{C9925B9B-4BAF-3881-B6B3-C210A0D1A4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9" creationId="{B9D5D212-975C-5E37-88A0-38CD9165E701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0" creationId="{9EB74300-1502-32F5-88AE-5FF9D2C51566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1" creationId="{EEDBE511-7B5A-F39F-91A3-AA747558E2F3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2" creationId="{D399909A-C331-AD0B-2161-254320A5A14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4" creationId="{B47C0767-19C1-AC57-0E4D-A14EAEB9D3F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5" creationId="{DF2ED160-A9FA-359A-2B34-9D93EA9B54C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6" creationId="{0007F55F-2C48-961E-0556-1764DDFFC7F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7" creationId="{5BB30AA3-198A-7236-166E-910118D09B2A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8" creationId="{A17D9638-4AF9-1407-0658-8BEBEA4CD0E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33" creationId="{F3110223-BB00-C51D-D8A2-7948887D60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67" creationId="{9160F1C1-F544-80DF-401E-BFF59B845F84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8" creationId="{78224FF3-FC45-4C1E-B2D4-39E91DD1BA6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0" creationId="{BFAC9ED9-B2DF-D038-DFBF-FB3A6047258E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0" creationId="{E0365989-CA2F-7083-A760-26BE1FBBEDF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1" creationId="{C09A1A30-7D2E-1983-17DB-6BE5C1289B1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2" creationId="{4594B8C7-E951-E8CA-58A4-31D171AE0DF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3" creationId="{CA6ED5D1-DCBE-DEAF-718D-15B9BFB29B2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4" creationId="{11E16BF4-7306-4541-C57B-DC8373C340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6" creationId="{59ED9F35-1FC6-B94B-6A7A-FB7235F2790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7" creationId="{EA5DDD7E-A960-533B-E941-A7C75B869DA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8" creationId="{FD8A8BB7-8F30-40D6-C66F-D702F734412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9" creationId="{0278662F-F213-A155-5D66-E552D311EE0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0" creationId="{75DA63E9-F684-7BBF-FD85-F9A467C526A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1" creationId="{CBD1990F-2759-89A7-E59C-A5DE9A545D2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2" creationId="{78681672-FF3E-0F62-128B-0FC1564EA71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3" creationId="{DF31156E-DA60-91E6-B794-A488677DEE4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4" creationId="{AE30233D-1514-352B-16CD-61FDB079F61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5" creationId="{0EE32B1F-6E28-DD3E-D001-4869F6300B7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6" creationId="{97A5F888-072F-E696-7CC7-94CF4883FD6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7" creationId="{58252433-799D-CA53-09F6-865D4EC39A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8" creationId="{155BAFCB-FFFE-A724-3184-FA0385BA92B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9" creationId="{C57CBC0F-2016-9AC0-C6E8-7B385CDE204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0" creationId="{AFC93A5D-B64F-58E0-DEA0-E77B21BBB3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1" creationId="{D01DD059-3C20-9EA4-09E9-B64BF57D581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2" creationId="{AAF41CFE-34E9-307F-963E-637299A29B4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3" creationId="{67D17F78-3C41-D41D-5D42-ED575DC2D51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4" creationId="{340ADEF6-686C-9A9D-26DB-E19902A6268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9" creationId="{6BBE2ECC-92D0-5B23-D620-ED9B0FF4E92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0" creationId="{A6359A28-3B94-7ABB-F4AC-2391767F738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2" creationId="{7192E242-8CCD-01F8-5FD8-F7DC4F6C40E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6" creationId="{2E930F08-E6EB-8196-D1C5-0EE6D2449B2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0" creationId="{ACCA15EE-D23E-54C1-3262-5B27DE52122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6" creationId="{EEE297E5-C143-029F-C94F-7953FFB172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7" creationId="{13052505-7A6D-D2F2-F99B-7628A2CD0F6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8" creationId="{DA32B361-BA93-027A-8FA7-EE79B6E3A2F0}"/>
          </ac:spMkLst>
        </pc:spChg>
        <pc:spChg chg="add mod">
          <ac:chgData name="Takeuchi, Koichiro" userId="b3848a05-443b-4434-8fa5-7398ca0c03c9" providerId="ADAL" clId="{AE71EA6D-8CAE-4CA8-A4AE-CBE82EA043E5}" dt="2024-09-25T11:52:49.866" v="7721" actId="1036"/>
          <ac:spMkLst>
            <pc:docMk/>
            <pc:sldMk cId="3524859321" sldId="2147480856"/>
            <ac:spMk id="129" creationId="{1FC04968-7DFB-5FB4-640F-95C0197F8AB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0" creationId="{83A116F0-A1BF-F905-E647-EEA052FF45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1" creationId="{28D00DDF-D2F1-3C0B-C9CE-4E4DD34C532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2" creationId="{CDAF903A-D472-87E1-7DEB-A7547FEBED9E}"/>
          </ac:spMkLst>
        </pc:s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13" creationId="{5C5E99E5-708B-B4E2-D577-494B5D69BA62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7" creationId="{E70F471B-F500-CC93-AE52-C5D2630CA66F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8" creationId="{22521FBB-FB27-B4FE-9EE3-8C2306D2CCBA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9" creationId="{C728D113-7E16-7741-E4E4-1DA1DDC2A22E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58" creationId="{02E71618-9A39-6CCE-225F-04C1E91E67A7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71" creationId="{9E437840-817A-119F-180D-0F1761543670}"/>
          </ac:grpSpMkLst>
        </pc:grp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8" creationId="{3D764613-8918-F736-DE34-204B85180D3F}"/>
          </ac:picMkLst>
        </pc:pic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7" creationId="{6B0173B0-2E39-DC4D-7041-FDAFD7017934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8" creationId="{F35047E7-5266-E714-4675-00DD8056659E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9" creationId="{9FE1DA99-29FA-8A8B-106D-525A50EC1978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1" creationId="{A5397921-030B-DED4-2CB2-64012EFF916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2" creationId="{5CA8DEEA-ED55-FA46-4A55-1582914E32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3" creationId="{0343A566-4C74-E801-CB4B-56616409EA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4" creationId="{49783ACD-5E85-B3F2-E073-FBBE4BD00192}"/>
          </ac:picMkLst>
        </pc:pic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5" creationId="{C2E6C4E7-E7CC-963F-F7E6-0496D968FCCC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6" creationId="{EF69EC78-05BD-15BD-8021-7219E6C5142E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7" creationId="{7E5EEC2B-16EA-8089-31F6-B6DB6362D2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8" creationId="{85C7C46D-C676-F954-FA14-1A629F8CA9F5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1" creationId="{93DF6283-6873-BB72-F47F-0A7C6E24B9C9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3" creationId="{7BC00839-4D82-7F50-E55A-BA1D73E92778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4" creationId="{CC09DB81-B3FC-2559-7990-DF3CFF5F67CB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5" creationId="{9257FF2A-CFF0-EFDB-0883-28E9BF6438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25" creationId="{EC697346-7AF0-51DC-A48D-3CEDDA2B6635}"/>
          </ac:cxnSpMkLst>
        </pc:cxnChg>
      </pc:sldChg>
      <pc:sldChg chg="addSp delSp modSp add mod">
        <pc:chgData name="Takeuchi, Koichiro" userId="b3848a05-443b-4434-8fa5-7398ca0c03c9" providerId="ADAL" clId="{AE71EA6D-8CAE-4CA8-A4AE-CBE82EA043E5}" dt="2024-09-25T23:45:49.615" v="9825" actId="553"/>
        <pc:sldMkLst>
          <pc:docMk/>
          <pc:sldMk cId="1525130112" sldId="2147480857"/>
        </pc:sldMkLst>
        <pc:spChg chg="mod">
          <ac:chgData name="Takeuchi, Koichiro" userId="b3848a05-443b-4434-8fa5-7398ca0c03c9" providerId="ADAL" clId="{AE71EA6D-8CAE-4CA8-A4AE-CBE82EA043E5}" dt="2024-09-25T23:16:54.098" v="7944" actId="20577"/>
          <ac:spMkLst>
            <pc:docMk/>
            <pc:sldMk cId="1525130112" sldId="2147480857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23:16:57.409" v="7945" actId="478"/>
          <ac:spMkLst>
            <pc:docMk/>
            <pc:sldMk cId="1525130112" sldId="2147480857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23:25:06.756" v="8448" actId="1076"/>
          <ac:spMkLst>
            <pc:docMk/>
            <pc:sldMk cId="1525130112" sldId="2147480857"/>
            <ac:spMk id="5" creationId="{BD4C5169-8231-56E1-4F4F-2BCA62EB6922}"/>
          </ac:spMkLst>
        </pc:spChg>
        <pc:spChg chg="add del mod">
          <ac:chgData name="Takeuchi, Koichiro" userId="b3848a05-443b-4434-8fa5-7398ca0c03c9" providerId="ADAL" clId="{AE71EA6D-8CAE-4CA8-A4AE-CBE82EA043E5}" dt="2024-09-25T23:17:01.394" v="7946" actId="478"/>
          <ac:spMkLst>
            <pc:docMk/>
            <pc:sldMk cId="1525130112" sldId="2147480857"/>
            <ac:spMk id="8" creationId="{C19F4C15-9466-81FA-1E03-6517C0E4E36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9" creationId="{B5D4F441-A4B5-86E4-D995-961841DDBBA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0" creationId="{AA6DEB79-A971-2BD8-8D63-1C77541EB05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1" creationId="{F61EF9C1-015C-223A-4624-997809FB2C8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2" creationId="{2881C2EA-B1F4-64D2-AE95-4BE36EC5BBA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3" creationId="{40D159E8-43A2-3E39-58C3-D0142B769D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4" creationId="{50209F45-B635-315D-CC42-0A7AC84DD0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5" creationId="{5DAB9839-E675-BAA2-0FBA-D2697BF627D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6" creationId="{A150F952-248C-E4F6-6BC3-FE71C6FAB384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7" creationId="{5828E5DC-7668-F462-53B6-3D6F979C447D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8" creationId="{99F08E6B-7133-4E19-876B-9C6CAC139C89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9" creationId="{CBE3AAEB-7D83-A1E2-67EA-78F08776D696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20" creationId="{10218879-7D79-1DBC-2FE7-6F5B027945F0}"/>
          </ac:spMkLst>
        </pc:spChg>
        <pc:spChg chg="add mod">
          <ac:chgData name="Takeuchi, Koichiro" userId="b3848a05-443b-4434-8fa5-7398ca0c03c9" providerId="ADAL" clId="{AE71EA6D-8CAE-4CA8-A4AE-CBE82EA043E5}" dt="2024-09-25T23:21:48.499" v="8394" actId="20577"/>
          <ac:spMkLst>
            <pc:docMk/>
            <pc:sldMk cId="1525130112" sldId="2147480857"/>
            <ac:spMk id="21" creationId="{5994A2AC-87E9-4D23-FCE9-F262995E54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2" creationId="{82E5D55D-6132-A1AA-057D-EB92078AC5A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3" creationId="{DDBC5603-1FD3-7562-4D84-0CA2D9129039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4" creationId="{BD06B981-4861-4A46-4088-99179DB87C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5" creationId="{CF3BB26A-D467-E3F4-DF5E-E027BF65CC5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6" creationId="{BA1406AD-5D91-DFFE-199C-626E8338B7C0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7" creationId="{7D9228FE-F030-350A-6E5B-95647A8D041D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8" creationId="{C681DC16-5833-0E13-5B43-3EBFEBD23E9E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9" creationId="{6A04F0FE-D310-2767-2AAD-468C5399AD7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0" creationId="{7FC4FD4E-0AF2-31F0-1D65-CF78752E7CE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1" creationId="{DEB96628-792B-1941-5A80-77FE676933BB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2" creationId="{C45E9F5D-9564-28B5-2430-E1AEAE69225C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3" creationId="{BD49812F-2E81-3763-8BFA-558A117BB84B}"/>
          </ac:spMkLst>
        </pc:spChg>
        <pc:spChg chg="add del mod">
          <ac:chgData name="Takeuchi, Koichiro" userId="b3848a05-443b-4434-8fa5-7398ca0c03c9" providerId="ADAL" clId="{AE71EA6D-8CAE-4CA8-A4AE-CBE82EA043E5}" dt="2024-09-25T23:28:59.788" v="8632" actId="478"/>
          <ac:spMkLst>
            <pc:docMk/>
            <pc:sldMk cId="1525130112" sldId="2147480857"/>
            <ac:spMk id="34" creationId="{9F80501B-4771-9944-D4B1-5B474A645C38}"/>
          </ac:spMkLst>
        </pc:spChg>
        <pc:spChg chg="add mod">
          <ac:chgData name="Takeuchi, Koichiro" userId="b3848a05-443b-4434-8fa5-7398ca0c03c9" providerId="ADAL" clId="{AE71EA6D-8CAE-4CA8-A4AE-CBE82EA043E5}" dt="2024-09-25T23:36:47.461" v="9027" actId="20577"/>
          <ac:spMkLst>
            <pc:docMk/>
            <pc:sldMk cId="1525130112" sldId="2147480857"/>
            <ac:spMk id="35" creationId="{27EDB454-925B-B0BC-9F0D-AD212F9F3EAC}"/>
          </ac:spMkLst>
        </pc:spChg>
        <pc:spChg chg="add mod">
          <ac:chgData name="Takeuchi, Koichiro" userId="b3848a05-443b-4434-8fa5-7398ca0c03c9" providerId="ADAL" clId="{AE71EA6D-8CAE-4CA8-A4AE-CBE82EA043E5}" dt="2024-09-25T23:34:56.033" v="8901" actId="20577"/>
          <ac:spMkLst>
            <pc:docMk/>
            <pc:sldMk cId="1525130112" sldId="2147480857"/>
            <ac:spMk id="36" creationId="{8BA8DBFE-6DE3-D315-C9B6-F1F7869FCD29}"/>
          </ac:spMkLst>
        </pc:spChg>
        <pc:spChg chg="add mod">
          <ac:chgData name="Takeuchi, Koichiro" userId="b3848a05-443b-4434-8fa5-7398ca0c03c9" providerId="ADAL" clId="{AE71EA6D-8CAE-4CA8-A4AE-CBE82EA043E5}" dt="2024-09-25T23:32:38.625" v="8801" actId="20577"/>
          <ac:spMkLst>
            <pc:docMk/>
            <pc:sldMk cId="1525130112" sldId="2147480857"/>
            <ac:spMk id="37" creationId="{376368B0-E4FD-A0A0-2A4A-983F3DA88FBA}"/>
          </ac:spMkLst>
        </pc:spChg>
        <pc:spChg chg="add mod">
          <ac:chgData name="Takeuchi, Koichiro" userId="b3848a05-443b-4434-8fa5-7398ca0c03c9" providerId="ADAL" clId="{AE71EA6D-8CAE-4CA8-A4AE-CBE82EA043E5}" dt="2024-09-25T23:43:32.805" v="9522" actId="20577"/>
          <ac:spMkLst>
            <pc:docMk/>
            <pc:sldMk cId="1525130112" sldId="2147480857"/>
            <ac:spMk id="38" creationId="{5C28DE01-A0A2-DA9A-7AFF-6BBAC44D3334}"/>
          </ac:spMkLst>
        </pc:spChg>
        <pc:spChg chg="add mod">
          <ac:chgData name="Takeuchi, Koichiro" userId="b3848a05-443b-4434-8fa5-7398ca0c03c9" providerId="ADAL" clId="{AE71EA6D-8CAE-4CA8-A4AE-CBE82EA043E5}" dt="2024-09-25T23:39:31.068" v="9283" actId="20577"/>
          <ac:spMkLst>
            <pc:docMk/>
            <pc:sldMk cId="1525130112" sldId="2147480857"/>
            <ac:spMk id="39" creationId="{77E926D7-BA7F-F539-5757-514BD07A4960}"/>
          </ac:spMkLst>
        </pc:spChg>
        <pc:spChg chg="add mod">
          <ac:chgData name="Takeuchi, Koichiro" userId="b3848a05-443b-4434-8fa5-7398ca0c03c9" providerId="ADAL" clId="{AE71EA6D-8CAE-4CA8-A4AE-CBE82EA043E5}" dt="2024-09-25T23:36:02.654" v="8960" actId="20577"/>
          <ac:spMkLst>
            <pc:docMk/>
            <pc:sldMk cId="1525130112" sldId="2147480857"/>
            <ac:spMk id="40" creationId="{128CE957-132B-46E6-6405-32B4B43FB421}"/>
          </ac:spMkLst>
        </pc:spChg>
        <pc:spChg chg="add mod">
          <ac:chgData name="Takeuchi, Koichiro" userId="b3848a05-443b-4434-8fa5-7398ca0c03c9" providerId="ADAL" clId="{AE71EA6D-8CAE-4CA8-A4AE-CBE82EA043E5}" dt="2024-09-25T23:42:22.414" v="9407" actId="20577"/>
          <ac:spMkLst>
            <pc:docMk/>
            <pc:sldMk cId="1525130112" sldId="2147480857"/>
            <ac:spMk id="41" creationId="{6F78AE8B-A1E7-DDF6-609B-773B74326B3E}"/>
          </ac:spMkLst>
        </pc:spChg>
        <pc:spChg chg="add mod">
          <ac:chgData name="Takeuchi, Koichiro" userId="b3848a05-443b-4434-8fa5-7398ca0c03c9" providerId="ADAL" clId="{AE71EA6D-8CAE-4CA8-A4AE-CBE82EA043E5}" dt="2024-09-25T23:37:52.655" v="9096" actId="20577"/>
          <ac:spMkLst>
            <pc:docMk/>
            <pc:sldMk cId="1525130112" sldId="2147480857"/>
            <ac:spMk id="42" creationId="{8C5E8DE3-82D8-D04B-A9ED-4FBB25094DF7}"/>
          </ac:spMkLst>
        </pc:spChg>
        <pc:spChg chg="add mod">
          <ac:chgData name="Takeuchi, Koichiro" userId="b3848a05-443b-4434-8fa5-7398ca0c03c9" providerId="ADAL" clId="{AE71EA6D-8CAE-4CA8-A4AE-CBE82EA043E5}" dt="2024-09-25T23:38:20.953" v="9160" actId="20577"/>
          <ac:spMkLst>
            <pc:docMk/>
            <pc:sldMk cId="1525130112" sldId="2147480857"/>
            <ac:spMk id="43" creationId="{6F3C3882-C0A2-1A88-39CA-20F833C32995}"/>
          </ac:spMkLst>
        </pc:spChg>
        <pc:spChg chg="add mod">
          <ac:chgData name="Takeuchi, Koichiro" userId="b3848a05-443b-4434-8fa5-7398ca0c03c9" providerId="ADAL" clId="{AE71EA6D-8CAE-4CA8-A4AE-CBE82EA043E5}" dt="2024-09-25T23:44:19.467" v="9625" actId="20577"/>
          <ac:spMkLst>
            <pc:docMk/>
            <pc:sldMk cId="1525130112" sldId="2147480857"/>
            <ac:spMk id="44" creationId="{364F0B16-364B-243A-D237-3C8451489973}"/>
          </ac:spMkLst>
        </pc:spChg>
        <pc:spChg chg="add del mod">
          <ac:chgData name="Takeuchi, Koichiro" userId="b3848a05-443b-4434-8fa5-7398ca0c03c9" providerId="ADAL" clId="{AE71EA6D-8CAE-4CA8-A4AE-CBE82EA043E5}" dt="2024-09-25T23:45:38.053" v="9823" actId="20577"/>
          <ac:spMkLst>
            <pc:docMk/>
            <pc:sldMk cId="1525130112" sldId="2147480857"/>
            <ac:spMk id="45" creationId="{F7D6B945-76E9-FB0D-EA97-7965FAEDAB73}"/>
          </ac:spMkLst>
        </pc:spChg>
        <pc:spChg chg="add mod">
          <ac:chgData name="Takeuchi, Koichiro" userId="b3848a05-443b-4434-8fa5-7398ca0c03c9" providerId="ADAL" clId="{AE71EA6D-8CAE-4CA8-A4AE-CBE82EA043E5}" dt="2024-09-25T23:45:02.110" v="9736" actId="20577"/>
          <ac:spMkLst>
            <pc:docMk/>
            <pc:sldMk cId="1525130112" sldId="2147480857"/>
            <ac:spMk id="46" creationId="{5A4E42A5-FB65-62C0-2E87-B2C755B1B930}"/>
          </ac:spMkLst>
        </pc:spChg>
        <pc:spChg chg="add del mod">
          <ac:chgData name="Takeuchi, Koichiro" userId="b3848a05-443b-4434-8fa5-7398ca0c03c9" providerId="ADAL" clId="{AE71EA6D-8CAE-4CA8-A4AE-CBE82EA043E5}" dt="2024-09-25T23:34:21.893" v="8804" actId="478"/>
          <ac:spMkLst>
            <pc:docMk/>
            <pc:sldMk cId="1525130112" sldId="2147480857"/>
            <ac:spMk id="47" creationId="{5118C36C-D244-C3BF-97C9-865131E1BA7E}"/>
          </ac:spMkLst>
        </pc:spChg>
      </pc:sldChg>
      <pc:sldChg chg="addSp modSp new mod">
        <pc:chgData name="Takeuchi, Koichiro" userId="b3848a05-443b-4434-8fa5-7398ca0c03c9" providerId="ADAL" clId="{AE71EA6D-8CAE-4CA8-A4AE-CBE82EA043E5}" dt="2024-09-26T01:44:06.015" v="11586" actId="20577"/>
        <pc:sldMkLst>
          <pc:docMk/>
          <pc:sldMk cId="2132820251" sldId="2147480858"/>
        </pc:sldMkLst>
        <pc:spChg chg="mod">
          <ac:chgData name="Takeuchi, Koichiro" userId="b3848a05-443b-4434-8fa5-7398ca0c03c9" providerId="ADAL" clId="{AE71EA6D-8CAE-4CA8-A4AE-CBE82EA043E5}" dt="2024-09-26T01:42:41.629" v="11558" actId="20577"/>
          <ac:spMkLst>
            <pc:docMk/>
            <pc:sldMk cId="2132820251" sldId="2147480858"/>
            <ac:spMk id="2" creationId="{A22605EA-6DDB-C8CA-0FF0-3F8DF6BFA10F}"/>
          </ac:spMkLst>
        </pc:spChg>
        <pc:spChg chg="mod">
          <ac:chgData name="Takeuchi, Koichiro" userId="b3848a05-443b-4434-8fa5-7398ca0c03c9" providerId="ADAL" clId="{AE71EA6D-8CAE-4CA8-A4AE-CBE82EA043E5}" dt="2024-09-26T01:44:06.015" v="11586" actId="20577"/>
          <ac:spMkLst>
            <pc:docMk/>
            <pc:sldMk cId="2132820251" sldId="2147480858"/>
            <ac:spMk id="3" creationId="{E6F7C490-5496-D625-166A-A233515BFB22}"/>
          </ac:spMkLst>
        </pc:spChg>
        <pc:spChg chg="mod">
          <ac:chgData name="Takeuchi, Koichiro" userId="b3848a05-443b-4434-8fa5-7398ca0c03c9" providerId="ADAL" clId="{AE71EA6D-8CAE-4CA8-A4AE-CBE82EA043E5}" dt="2024-09-26T01:42:24.080" v="11509"/>
          <ac:spMkLst>
            <pc:docMk/>
            <pc:sldMk cId="2132820251" sldId="2147480858"/>
            <ac:spMk id="4" creationId="{BAB2AD3C-43D1-83A7-1CB2-852C221E32BD}"/>
          </ac:spMkLst>
        </pc:sp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7" creationId="{5079FE2E-ED64-35DB-E7B2-7BF50DF7040D}"/>
          </ac:picMkLst>
        </pc:pic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8" creationId="{D8425A77-D990-C71B-5D90-840112639652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6T01:49:38.917" v="11961" actId="20577"/>
        <pc:sldMkLst>
          <pc:docMk/>
          <pc:sldMk cId="2263913820" sldId="2147480859"/>
        </pc:sldMkLst>
        <pc:spChg chg="mod">
          <ac:chgData name="Takeuchi, Koichiro" userId="b3848a05-443b-4434-8fa5-7398ca0c03c9" providerId="ADAL" clId="{AE71EA6D-8CAE-4CA8-A4AE-CBE82EA043E5}" dt="2024-09-26T01:47:15.313" v="11663" actId="20577"/>
          <ac:spMkLst>
            <pc:docMk/>
            <pc:sldMk cId="2263913820" sldId="2147480859"/>
            <ac:spMk id="2" creationId="{C79D9BF2-F53E-ACF4-7E52-B5CD7308BFAE}"/>
          </ac:spMkLst>
        </pc:spChg>
        <pc:spChg chg="mod">
          <ac:chgData name="Takeuchi, Koichiro" userId="b3848a05-443b-4434-8fa5-7398ca0c03c9" providerId="ADAL" clId="{AE71EA6D-8CAE-4CA8-A4AE-CBE82EA043E5}" dt="2024-09-26T01:49:38.917" v="11961" actId="20577"/>
          <ac:spMkLst>
            <pc:docMk/>
            <pc:sldMk cId="2263913820" sldId="2147480859"/>
            <ac:spMk id="3" creationId="{0391B09A-A126-A8CF-63C9-5920EB9025D4}"/>
          </ac:spMkLst>
        </pc:spChg>
        <pc:picChg chg="add del mod">
          <ac:chgData name="Takeuchi, Koichiro" userId="b3848a05-443b-4434-8fa5-7398ca0c03c9" providerId="ADAL" clId="{AE71EA6D-8CAE-4CA8-A4AE-CBE82EA043E5}" dt="2024-09-26T01:47:36.161" v="11664" actId="478"/>
          <ac:picMkLst>
            <pc:docMk/>
            <pc:sldMk cId="2263913820" sldId="2147480859"/>
            <ac:picMk id="7" creationId="{43F84594-579F-49F7-8D30-F39C8071F635}"/>
          </ac:picMkLst>
        </pc:picChg>
        <pc:picChg chg="add mod">
          <ac:chgData name="Takeuchi, Koichiro" userId="b3848a05-443b-4434-8fa5-7398ca0c03c9" providerId="ADAL" clId="{AE71EA6D-8CAE-4CA8-A4AE-CBE82EA043E5}" dt="2024-09-26T01:47:43.512" v="11672" actId="1076"/>
          <ac:picMkLst>
            <pc:docMk/>
            <pc:sldMk cId="2263913820" sldId="2147480859"/>
            <ac:picMk id="9" creationId="{511BBF10-45C4-C09E-E1BE-352244F40E2B}"/>
          </ac:picMkLst>
        </pc:picChg>
      </pc:sldChg>
      <pc:sldMasterChg chg="modSldLayout">
        <pc:chgData name="Takeuchi, Koichiro" userId="b3848a05-443b-4434-8fa5-7398ca0c03c9" providerId="ADAL" clId="{AE71EA6D-8CAE-4CA8-A4AE-CBE82EA043E5}" dt="2024-09-25T03:24:24.735" v="398" actId="403"/>
        <pc:sldMasterMkLst>
          <pc:docMk/>
          <pc:sldMasterMk cId="99208917" sldId="2147483662"/>
        </pc:sldMasterMkLst>
        <pc:sldLayoutChg chg="modSp">
          <pc:chgData name="Takeuchi, Koichiro" userId="b3848a05-443b-4434-8fa5-7398ca0c03c9" providerId="ADAL" clId="{AE71EA6D-8CAE-4CA8-A4AE-CBE82EA043E5}" dt="2024-09-25T03:24:24.735" v="398" actId="403"/>
          <pc:sldLayoutMkLst>
            <pc:docMk/>
            <pc:sldMasterMk cId="99208917" sldId="2147483662"/>
            <pc:sldLayoutMk cId="2726529869" sldId="2147483665"/>
          </pc:sldLayoutMkLst>
          <pc:spChg chg="mod">
            <ac:chgData name="Takeuchi, Koichiro" userId="b3848a05-443b-4434-8fa5-7398ca0c03c9" providerId="ADAL" clId="{AE71EA6D-8CAE-4CA8-A4AE-CBE82EA043E5}" dt="2024-09-25T03:24:07.482" v="396" actId="404"/>
            <ac:spMkLst>
              <pc:docMk/>
              <pc:sldMasterMk cId="99208917" sldId="2147483662"/>
              <pc:sldLayoutMk cId="2726529869" sldId="2147483665"/>
              <ac:spMk id="3" creationId="{9EAD9AED-9987-4CE9-B39D-B256B46200E0}"/>
            </ac:spMkLst>
          </pc:spChg>
          <pc:spChg chg="mod">
            <ac:chgData name="Takeuchi, Koichiro" userId="b3848a05-443b-4434-8fa5-7398ca0c03c9" providerId="ADAL" clId="{AE71EA6D-8CAE-4CA8-A4AE-CBE82EA043E5}" dt="2024-09-25T03:24:24.735" v="398" actId="403"/>
            <ac:spMkLst>
              <pc:docMk/>
              <pc:sldMasterMk cId="99208917" sldId="2147483662"/>
              <pc:sldLayoutMk cId="2726529869" sldId="2147483665"/>
              <ac:spMk id="12" creationId="{CFAD8BFD-4EF7-448C-8F60-3144611F0CD5}"/>
            </ac:spMkLst>
          </pc:spChg>
        </pc:sldLayoutChg>
      </pc:sldMasterChg>
    </pc:docChg>
  </pc:docChgLst>
  <pc:docChgLst>
    <pc:chgData name="Takeuchi, Koichiro" userId="b3848a05-443b-4434-8fa5-7398ca0c03c9" providerId="ADAL" clId="{80B71E5D-E31E-4962-AC9B-BD35B338D1CC}"/>
    <pc:docChg chg="undo custSel addSld delSld modSld sldOrd addSection modSection">
      <pc:chgData name="Takeuchi, Koichiro" userId="b3848a05-443b-4434-8fa5-7398ca0c03c9" providerId="ADAL" clId="{80B71E5D-E31E-4962-AC9B-BD35B338D1CC}" dt="2024-05-24T09:14:42.046" v="7042" actId="14100"/>
      <pc:docMkLst>
        <pc:docMk/>
      </pc:docMkLst>
      <pc:sldChg chg="add del">
        <pc:chgData name="Takeuchi, Koichiro" userId="b3848a05-443b-4434-8fa5-7398ca0c03c9" providerId="ADAL" clId="{80B71E5D-E31E-4962-AC9B-BD35B338D1CC}" dt="2024-05-24T06:42:32.794" v="3042"/>
        <pc:sldMkLst>
          <pc:docMk/>
          <pc:sldMk cId="1725536368" sldId="2146852123"/>
        </pc:sldMkLst>
      </pc:sldChg>
      <pc:sldChg chg="addSp modSp mod">
        <pc:chgData name="Takeuchi, Koichiro" userId="b3848a05-443b-4434-8fa5-7398ca0c03c9" providerId="ADAL" clId="{80B71E5D-E31E-4962-AC9B-BD35B338D1CC}" dt="2024-05-24T07:55:04.814" v="6161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0B71E5D-E31E-4962-AC9B-BD35B338D1CC}" dt="2024-05-24T07:55:04.814" v="6161" actId="14100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80B71E5D-E31E-4962-AC9B-BD35B338D1CC}" dt="2024-05-24T05:08:47.831" v="8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Sp modSp mod">
        <pc:chgData name="Takeuchi, Koichiro" userId="b3848a05-443b-4434-8fa5-7398ca0c03c9" providerId="ADAL" clId="{80B71E5D-E31E-4962-AC9B-BD35B338D1CC}" dt="2024-05-24T07:16:24.579" v="4982" actId="20577"/>
        <pc:sldMkLst>
          <pc:docMk/>
          <pc:sldMk cId="1060982302" sldId="2147468617"/>
        </pc:sldMkLst>
        <pc:spChg chg="del">
          <ac:chgData name="Takeuchi, Koichiro" userId="b3848a05-443b-4434-8fa5-7398ca0c03c9" providerId="ADAL" clId="{80B71E5D-E31E-4962-AC9B-BD35B338D1CC}" dt="2024-05-24T07:06:31.768" v="4569" actId="478"/>
          <ac:spMkLst>
            <pc:docMk/>
            <pc:sldMk cId="1060982302" sldId="2147468617"/>
            <ac:spMk id="7" creationId="{0BFD277C-A8BA-50F7-E548-8A80B3FAA80A}"/>
          </ac:spMkLst>
        </pc:spChg>
        <pc:spChg chg="mod">
          <ac:chgData name="Takeuchi, Koichiro" userId="b3848a05-443b-4434-8fa5-7398ca0c03c9" providerId="ADAL" clId="{80B71E5D-E31E-4962-AC9B-BD35B338D1CC}" dt="2024-05-24T07:16:24.579" v="4982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addSp modSp del mod">
        <pc:chgData name="Takeuchi, Koichiro" userId="b3848a05-443b-4434-8fa5-7398ca0c03c9" providerId="ADAL" clId="{80B71E5D-E31E-4962-AC9B-BD35B338D1CC}" dt="2024-05-24T05:59:02.280" v="1782" actId="47"/>
        <pc:sldMkLst>
          <pc:docMk/>
          <pc:sldMk cId="1817067240" sldId="2147468619"/>
        </pc:sldMkLst>
        <pc:spChg chg="mod">
          <ac:chgData name="Takeuchi, Koichiro" userId="b3848a05-443b-4434-8fa5-7398ca0c03c9" providerId="ADAL" clId="{80B71E5D-E31E-4962-AC9B-BD35B338D1CC}" dt="2024-05-24T05:16:49.053" v="975" actId="20577"/>
          <ac:spMkLst>
            <pc:docMk/>
            <pc:sldMk cId="1817067240" sldId="2147468619"/>
            <ac:spMk id="8" creationId="{830BE3A5-89E5-B6E4-86C9-3EEB8D7AC195}"/>
          </ac:spMkLst>
        </pc:spChg>
        <pc:picChg chg="add mod">
          <ac:chgData name="Takeuchi, Koichiro" userId="b3848a05-443b-4434-8fa5-7398ca0c03c9" providerId="ADAL" clId="{80B71E5D-E31E-4962-AC9B-BD35B338D1CC}" dt="2024-05-24T05:14:52.489" v="915" actId="1076"/>
          <ac:picMkLst>
            <pc:docMk/>
            <pc:sldMk cId="1817067240" sldId="2147468619"/>
            <ac:picMk id="9" creationId="{D2F3DA4E-2374-3BF2-18B8-75315415EC6B}"/>
          </ac:picMkLst>
        </pc:picChg>
      </pc:sldChg>
      <pc:sldChg chg="del">
        <pc:chgData name="Takeuchi, Koichiro" userId="b3848a05-443b-4434-8fa5-7398ca0c03c9" providerId="ADAL" clId="{80B71E5D-E31E-4962-AC9B-BD35B338D1CC}" dt="2024-05-24T05:07:43.935" v="772" actId="47"/>
        <pc:sldMkLst>
          <pc:docMk/>
          <pc:sldMk cId="981886088" sldId="2147468620"/>
        </pc:sldMkLst>
      </pc:sldChg>
      <pc:sldChg chg="del">
        <pc:chgData name="Takeuchi, Koichiro" userId="b3848a05-443b-4434-8fa5-7398ca0c03c9" providerId="ADAL" clId="{80B71E5D-E31E-4962-AC9B-BD35B338D1CC}" dt="2024-05-24T05:16:55.250" v="979" actId="47"/>
        <pc:sldMkLst>
          <pc:docMk/>
          <pc:sldMk cId="1384116281" sldId="2147468624"/>
        </pc:sldMkLst>
      </pc:sldChg>
      <pc:sldChg chg="del">
        <pc:chgData name="Takeuchi, Koichiro" userId="b3848a05-443b-4434-8fa5-7398ca0c03c9" providerId="ADAL" clId="{80B71E5D-E31E-4962-AC9B-BD35B338D1CC}" dt="2024-05-24T05:16:55.639" v="980" actId="47"/>
        <pc:sldMkLst>
          <pc:docMk/>
          <pc:sldMk cId="4055635207" sldId="2147468625"/>
        </pc:sldMkLst>
      </pc:sldChg>
      <pc:sldChg chg="del">
        <pc:chgData name="Takeuchi, Koichiro" userId="b3848a05-443b-4434-8fa5-7398ca0c03c9" providerId="ADAL" clId="{80B71E5D-E31E-4962-AC9B-BD35B338D1CC}" dt="2024-05-24T05:16:56.737" v="981" actId="47"/>
        <pc:sldMkLst>
          <pc:docMk/>
          <pc:sldMk cId="3623702813" sldId="2147468626"/>
        </pc:sldMkLst>
      </pc:sldChg>
      <pc:sldChg chg="del">
        <pc:chgData name="Takeuchi, Koichiro" userId="b3848a05-443b-4434-8fa5-7398ca0c03c9" providerId="ADAL" clId="{80B71E5D-E31E-4962-AC9B-BD35B338D1CC}" dt="2024-05-24T05:16:56.903" v="982" actId="47"/>
        <pc:sldMkLst>
          <pc:docMk/>
          <pc:sldMk cId="2852462527" sldId="2147468627"/>
        </pc:sldMkLst>
      </pc:sldChg>
      <pc:sldChg chg="del">
        <pc:chgData name="Takeuchi, Koichiro" userId="b3848a05-443b-4434-8fa5-7398ca0c03c9" providerId="ADAL" clId="{80B71E5D-E31E-4962-AC9B-BD35B338D1CC}" dt="2024-05-24T05:16:57.305" v="983" actId="47"/>
        <pc:sldMkLst>
          <pc:docMk/>
          <pc:sldMk cId="2407511374" sldId="2147468628"/>
        </pc:sldMkLst>
      </pc:sldChg>
      <pc:sldChg chg="del">
        <pc:chgData name="Takeuchi, Koichiro" userId="b3848a05-443b-4434-8fa5-7398ca0c03c9" providerId="ADAL" clId="{80B71E5D-E31E-4962-AC9B-BD35B338D1CC}" dt="2024-05-24T05:16:57.820" v="984" actId="47"/>
        <pc:sldMkLst>
          <pc:docMk/>
          <pc:sldMk cId="4240262503" sldId="2147468629"/>
        </pc:sldMkLst>
      </pc:sldChg>
      <pc:sldChg chg="del">
        <pc:chgData name="Takeuchi, Koichiro" userId="b3848a05-443b-4434-8fa5-7398ca0c03c9" providerId="ADAL" clId="{80B71E5D-E31E-4962-AC9B-BD35B338D1CC}" dt="2024-05-24T05:16:57.999" v="985" actId="47"/>
        <pc:sldMkLst>
          <pc:docMk/>
          <pc:sldMk cId="3848778652" sldId="2147468630"/>
        </pc:sldMkLst>
      </pc:sldChg>
      <pc:sldChg chg="del">
        <pc:chgData name="Takeuchi, Koichiro" userId="b3848a05-443b-4434-8fa5-7398ca0c03c9" providerId="ADAL" clId="{80B71E5D-E31E-4962-AC9B-BD35B338D1CC}" dt="2024-05-24T05:16:58.189" v="986" actId="47"/>
        <pc:sldMkLst>
          <pc:docMk/>
          <pc:sldMk cId="1232967335" sldId="2147468631"/>
        </pc:sldMkLst>
      </pc:sldChg>
      <pc:sldChg chg="del">
        <pc:chgData name="Takeuchi, Koichiro" userId="b3848a05-443b-4434-8fa5-7398ca0c03c9" providerId="ADAL" clId="{80B71E5D-E31E-4962-AC9B-BD35B338D1CC}" dt="2024-05-24T05:16:58.563" v="987" actId="47"/>
        <pc:sldMkLst>
          <pc:docMk/>
          <pc:sldMk cId="3736792376" sldId="2147468635"/>
        </pc:sldMkLst>
      </pc:sldChg>
      <pc:sldChg chg="addSp delSp modSp mod ord">
        <pc:chgData name="Takeuchi, Koichiro" userId="b3848a05-443b-4434-8fa5-7398ca0c03c9" providerId="ADAL" clId="{80B71E5D-E31E-4962-AC9B-BD35B338D1CC}" dt="2024-05-24T06:17:17.247" v="2199" actId="14100"/>
        <pc:sldMkLst>
          <pc:docMk/>
          <pc:sldMk cId="530578480" sldId="2147468639"/>
        </pc:sldMkLst>
        <pc:spChg chg="mod">
          <ac:chgData name="Takeuchi, Koichiro" userId="b3848a05-443b-4434-8fa5-7398ca0c03c9" providerId="ADAL" clId="{80B71E5D-E31E-4962-AC9B-BD35B338D1CC}" dt="2024-05-24T05:07:01.098" v="767" actId="20577"/>
          <ac:spMkLst>
            <pc:docMk/>
            <pc:sldMk cId="530578480" sldId="2147468639"/>
            <ac:spMk id="2" creationId="{97129D13-0706-FA2E-E58B-BDC26B591740}"/>
          </ac:spMkLst>
        </pc:spChg>
        <pc:spChg chg="mod">
          <ac:chgData name="Takeuchi, Koichiro" userId="b3848a05-443b-4434-8fa5-7398ca0c03c9" providerId="ADAL" clId="{80B71E5D-E31E-4962-AC9B-BD35B338D1CC}" dt="2024-05-24T05:04:57.895" v="456" actId="20577"/>
          <ac:spMkLst>
            <pc:docMk/>
            <pc:sldMk cId="530578480" sldId="2147468639"/>
            <ac:spMk id="7" creationId="{33A60DD2-36F8-52F3-38F7-E8463BD7D709}"/>
          </ac:spMkLst>
        </pc:spChg>
        <pc:spChg chg="add del mod">
          <ac:chgData name="Takeuchi, Koichiro" userId="b3848a05-443b-4434-8fa5-7398ca0c03c9" providerId="ADAL" clId="{80B71E5D-E31E-4962-AC9B-BD35B338D1CC}" dt="2024-05-24T05:07:07.872" v="768" actId="478"/>
          <ac:spMkLst>
            <pc:docMk/>
            <pc:sldMk cId="530578480" sldId="2147468639"/>
            <ac:spMk id="8" creationId="{50C6223D-5E70-2919-9299-F661EE873972}"/>
          </ac:spMkLst>
        </pc:spChg>
        <pc:spChg chg="mod">
          <ac:chgData name="Takeuchi, Koichiro" userId="b3848a05-443b-4434-8fa5-7398ca0c03c9" providerId="ADAL" clId="{80B71E5D-E31E-4962-AC9B-BD35B338D1CC}" dt="2024-05-24T05:11:18.839" v="866" actId="20577"/>
          <ac:spMkLst>
            <pc:docMk/>
            <pc:sldMk cId="530578480" sldId="2147468639"/>
            <ac:spMk id="9" creationId="{F27A9598-798F-E2AA-01BD-B50FC3D7D754}"/>
          </ac:spMkLst>
        </pc:spChg>
        <pc:spChg chg="add mod">
          <ac:chgData name="Takeuchi, Koichiro" userId="b3848a05-443b-4434-8fa5-7398ca0c03c9" providerId="ADAL" clId="{80B71E5D-E31E-4962-AC9B-BD35B338D1CC}" dt="2024-05-24T06:17:17.247" v="2199" actId="14100"/>
          <ac:spMkLst>
            <pc:docMk/>
            <pc:sldMk cId="530578480" sldId="2147468639"/>
            <ac:spMk id="10" creationId="{8DC1FD45-7FD6-1D33-7A32-F90D632C60AD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4" creationId="{B29B728D-AAF2-3CBF-D6E5-77C7D61883F4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5" creationId="{CE2A951B-2D06-6639-0FD1-A97BD1AE9E6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6" creationId="{565EE186-11D3-ECB2-0D35-2BB2D557A7B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7" creationId="{E8A14A99-DE09-4B51-0427-45F32641360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8" creationId="{7DA80826-945E-389C-3DD2-11D953860D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9" creationId="{68968367-DDF6-26A3-1C2C-4314876EEF2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0" creationId="{3AE7A94B-378F-BC9C-E8E8-B0A29F4E7B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1" creationId="{C9FA1155-9E3A-3D67-CA44-43BD55A3403F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2" creationId="{FF37CC1F-5235-83D3-511D-B2817215126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3" creationId="{B28E20B5-249D-737B-05BE-E2C14BA2D76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4" creationId="{50BD0D1A-0D5E-CDB8-4F98-DF8408CBEFB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5" creationId="{3A8A85C2-ADA7-0612-203D-B2E4DA375186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8" creationId="{3EA6B889-B23A-FCB5-4CE9-A0F4A77942BE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9" creationId="{133A4608-8EC8-FE00-C672-22D8DFDFC6E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1" creationId="{FC74A964-7170-8912-5B09-7AFA1A379330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2" creationId="{D756E777-02A4-1BE1-4E8A-CA2C0DCA2E58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3" creationId="{013862E3-3801-05FB-BBC4-9D15677ABAC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4" creationId="{2865077D-E191-AF5B-902E-F67CF1F6D81C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5" creationId="{C27EE9FA-427C-A3DA-6A9A-3A605C406E2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6" creationId="{7DF29D83-45E7-B129-6D09-CABA918714CE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7" creationId="{A1080DAD-214E-BB38-C6E1-A900883E6EA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8" creationId="{B6795242-A43F-8C3C-FB73-E9FFB811EE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9" creationId="{48FE400E-4F2A-AE16-BA39-C8685B93CA17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0" creationId="{8BF7D9AC-BDF4-4053-44F7-6BCA68F137B3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1" creationId="{A5641140-D82C-E160-700D-DB3FC93F869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2" creationId="{30930C30-A4E2-7907-8A99-4E37BE414309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87" creationId="{D9B0769F-6D92-9EE1-6863-0D9AC15FFD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8" creationId="{EEEDA5ED-49B0-CB1E-4FD0-68F44A129E27}"/>
          </ac:spMkLst>
        </pc:spChg>
        <pc:spChg chg="del">
          <ac:chgData name="Takeuchi, Koichiro" userId="b3848a05-443b-4434-8fa5-7398ca0c03c9" providerId="ADAL" clId="{80B71E5D-E31E-4962-AC9B-BD35B338D1CC}" dt="2024-05-24T05:04:43.004" v="432" actId="478"/>
          <ac:spMkLst>
            <pc:docMk/>
            <pc:sldMk cId="530578480" sldId="2147468639"/>
            <ac:spMk id="94" creationId="{D140267D-A759-7557-A1F7-2E946B4F9AB8}"/>
          </ac:spMkLst>
        </pc:spChg>
        <pc:spChg chg="del">
          <ac:chgData name="Takeuchi, Koichiro" userId="b3848a05-443b-4434-8fa5-7398ca0c03c9" providerId="ADAL" clId="{80B71E5D-E31E-4962-AC9B-BD35B338D1CC}" dt="2024-05-24T05:04:50.595" v="434" actId="478"/>
          <ac:spMkLst>
            <pc:docMk/>
            <pc:sldMk cId="530578480" sldId="2147468639"/>
            <ac:spMk id="95" creationId="{F2862BA2-ACCA-D476-F35E-738BF51EBAA4}"/>
          </ac:spMkLst>
        </pc:spChg>
        <pc:grpChg chg="de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53" creationId="{1FD11789-7908-8158-E6FB-6189FD50E60F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6" creationId="{54E517B9-3909-A8BD-DB82-E532896F1D36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7" creationId="{63D70632-8959-4789-D4FC-DCDBA581CAD8}"/>
          </ac:grpSpMkLst>
        </pc:grpChg>
        <pc:picChg chg="add del mod">
          <ac:chgData name="Takeuchi, Koichiro" userId="b3848a05-443b-4434-8fa5-7398ca0c03c9" providerId="ADAL" clId="{80B71E5D-E31E-4962-AC9B-BD35B338D1CC}" dt="2024-05-24T05:02:45.566" v="426" actId="478"/>
          <ac:picMkLst>
            <pc:docMk/>
            <pc:sldMk cId="530578480" sldId="2147468639"/>
            <ac:picMk id="4" creationId="{1D1DB15F-0E1D-0569-EBB9-20DD6731E941}"/>
          </ac:picMkLst>
        </pc:pic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70" creationId="{42C9EB48-5DD4-9EED-C79C-4BDD00BA034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3" creationId="{01C59B9C-D4D6-CB28-788F-B2D7B02FB8D7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4" creationId="{13BA8666-BF83-87C7-2AE5-D78DC1BB9D0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5" creationId="{2A4A2B26-4413-9A64-ACE2-3171CD6CF4D4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6" creationId="{8FE3120A-FC89-3BB2-D765-D7B7F1A8CD21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9" creationId="{5D6FE9D1-E857-48A5-36E2-DE320316112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0" creationId="{DBD5A6BD-854C-BCFF-8F2B-E2FD7245ED80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1" creationId="{5CB29F6C-0102-2B73-C577-028B98702EF6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2" creationId="{11E9E2D5-3BE9-101F-0FAA-61EEFF87BD0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3" creationId="{E10DE961-941E-8B84-837E-AB1CA8C7C1D0}"/>
          </ac:cxnSpMkLst>
        </pc:cxnChg>
        <pc:cxnChg chg="del mod">
          <ac:chgData name="Takeuchi, Koichiro" userId="b3848a05-443b-4434-8fa5-7398ca0c03c9" providerId="ADAL" clId="{80B71E5D-E31E-4962-AC9B-BD35B338D1CC}" dt="2024-05-24T05:04:50.595" v="434" actId="478"/>
          <ac:cxnSpMkLst>
            <pc:docMk/>
            <pc:sldMk cId="530578480" sldId="2147468639"/>
            <ac:cxnSpMk id="96" creationId="{532A803F-8167-DFD1-6BB7-FED246A31315}"/>
          </ac:cxnSpMkLst>
        </pc:cxnChg>
      </pc:sldChg>
      <pc:sldChg chg="del">
        <pc:chgData name="Takeuchi, Koichiro" userId="b3848a05-443b-4434-8fa5-7398ca0c03c9" providerId="ADAL" clId="{80B71E5D-E31E-4962-AC9B-BD35B338D1CC}" dt="2024-05-24T05:14:28.647" v="912" actId="47"/>
        <pc:sldMkLst>
          <pc:docMk/>
          <pc:sldMk cId="4233624584" sldId="2147468640"/>
        </pc:sldMkLst>
      </pc:sldChg>
      <pc:sldChg chg="del">
        <pc:chgData name="Takeuchi, Koichiro" userId="b3848a05-443b-4434-8fa5-7398ca0c03c9" providerId="ADAL" clId="{80B71E5D-E31E-4962-AC9B-BD35B338D1CC}" dt="2024-05-24T05:19:45.776" v="998" actId="47"/>
        <pc:sldMkLst>
          <pc:docMk/>
          <pc:sldMk cId="2828514638" sldId="2147468641"/>
        </pc:sldMkLst>
      </pc:sldChg>
      <pc:sldChg chg="del">
        <pc:chgData name="Takeuchi, Koichiro" userId="b3848a05-443b-4434-8fa5-7398ca0c03c9" providerId="ADAL" clId="{80B71E5D-E31E-4962-AC9B-BD35B338D1CC}" dt="2024-05-24T05:16:54.250" v="976" actId="47"/>
        <pc:sldMkLst>
          <pc:docMk/>
          <pc:sldMk cId="580568861" sldId="2147468642"/>
        </pc:sldMkLst>
      </pc:sldChg>
      <pc:sldChg chg="del">
        <pc:chgData name="Takeuchi, Koichiro" userId="b3848a05-443b-4434-8fa5-7398ca0c03c9" providerId="ADAL" clId="{80B71E5D-E31E-4962-AC9B-BD35B338D1CC}" dt="2024-05-24T05:16:54.517" v="977" actId="47"/>
        <pc:sldMkLst>
          <pc:docMk/>
          <pc:sldMk cId="273794443" sldId="2147468646"/>
        </pc:sldMkLst>
      </pc:sldChg>
      <pc:sldChg chg="del">
        <pc:chgData name="Takeuchi, Koichiro" userId="b3848a05-443b-4434-8fa5-7398ca0c03c9" providerId="ADAL" clId="{80B71E5D-E31E-4962-AC9B-BD35B338D1CC}" dt="2024-05-24T05:17:03.460" v="996" actId="47"/>
        <pc:sldMkLst>
          <pc:docMk/>
          <pc:sldMk cId="2025993153" sldId="2147468647"/>
        </pc:sldMkLst>
      </pc:sldChg>
      <pc:sldChg chg="del">
        <pc:chgData name="Takeuchi, Koichiro" userId="b3848a05-443b-4434-8fa5-7398ca0c03c9" providerId="ADAL" clId="{80B71E5D-E31E-4962-AC9B-BD35B338D1CC}" dt="2024-05-24T05:17:01.696" v="994" actId="47"/>
        <pc:sldMkLst>
          <pc:docMk/>
          <pc:sldMk cId="3961304525" sldId="2147468648"/>
        </pc:sldMkLst>
      </pc:sldChg>
      <pc:sldChg chg="del">
        <pc:chgData name="Takeuchi, Koichiro" userId="b3848a05-443b-4434-8fa5-7398ca0c03c9" providerId="ADAL" clId="{80B71E5D-E31E-4962-AC9B-BD35B338D1CC}" dt="2024-05-24T05:16:59.662" v="989" actId="47"/>
        <pc:sldMkLst>
          <pc:docMk/>
          <pc:sldMk cId="1378408446" sldId="2147468649"/>
        </pc:sldMkLst>
      </pc:sldChg>
      <pc:sldChg chg="del">
        <pc:chgData name="Takeuchi, Koichiro" userId="b3848a05-443b-4434-8fa5-7398ca0c03c9" providerId="ADAL" clId="{80B71E5D-E31E-4962-AC9B-BD35B338D1CC}" dt="2024-05-24T05:16:59.999" v="990" actId="47"/>
        <pc:sldMkLst>
          <pc:docMk/>
          <pc:sldMk cId="2383594870" sldId="2147468650"/>
        </pc:sldMkLst>
      </pc:sldChg>
      <pc:sldChg chg="del">
        <pc:chgData name="Takeuchi, Koichiro" userId="b3848a05-443b-4434-8fa5-7398ca0c03c9" providerId="ADAL" clId="{80B71E5D-E31E-4962-AC9B-BD35B338D1CC}" dt="2024-05-24T05:17:00.194" v="991" actId="47"/>
        <pc:sldMkLst>
          <pc:docMk/>
          <pc:sldMk cId="1939370276" sldId="2147468651"/>
        </pc:sldMkLst>
      </pc:sldChg>
      <pc:sldChg chg="del">
        <pc:chgData name="Takeuchi, Koichiro" userId="b3848a05-443b-4434-8fa5-7398ca0c03c9" providerId="ADAL" clId="{80B71E5D-E31E-4962-AC9B-BD35B338D1CC}" dt="2024-05-24T05:17:00.476" v="992" actId="47"/>
        <pc:sldMkLst>
          <pc:docMk/>
          <pc:sldMk cId="3657440233" sldId="2147468652"/>
        </pc:sldMkLst>
      </pc:sldChg>
      <pc:sldChg chg="del">
        <pc:chgData name="Takeuchi, Koichiro" userId="b3848a05-443b-4434-8fa5-7398ca0c03c9" providerId="ADAL" clId="{80B71E5D-E31E-4962-AC9B-BD35B338D1CC}" dt="2024-05-24T05:17:00.892" v="993" actId="47"/>
        <pc:sldMkLst>
          <pc:docMk/>
          <pc:sldMk cId="3802774104" sldId="2147468653"/>
        </pc:sldMkLst>
      </pc:sldChg>
      <pc:sldChg chg="del">
        <pc:chgData name="Takeuchi, Koichiro" userId="b3848a05-443b-4434-8fa5-7398ca0c03c9" providerId="ADAL" clId="{80B71E5D-E31E-4962-AC9B-BD35B338D1CC}" dt="2024-05-24T05:16:54.719" v="978" actId="47"/>
        <pc:sldMkLst>
          <pc:docMk/>
          <pc:sldMk cId="2996908844" sldId="2147468654"/>
        </pc:sldMkLst>
      </pc:sldChg>
      <pc:sldChg chg="del">
        <pc:chgData name="Takeuchi, Koichiro" userId="b3848a05-443b-4434-8fa5-7398ca0c03c9" providerId="ADAL" clId="{80B71E5D-E31E-4962-AC9B-BD35B338D1CC}" dt="2024-05-24T05:17:02.460" v="995" actId="47"/>
        <pc:sldMkLst>
          <pc:docMk/>
          <pc:sldMk cId="1434949714" sldId="2147468655"/>
        </pc:sldMkLst>
      </pc:sldChg>
      <pc:sldChg chg="del">
        <pc:chgData name="Takeuchi, Koichiro" userId="b3848a05-443b-4434-8fa5-7398ca0c03c9" providerId="ADAL" clId="{80B71E5D-E31E-4962-AC9B-BD35B338D1CC}" dt="2024-05-24T05:16:59.249" v="988" actId="47"/>
        <pc:sldMkLst>
          <pc:docMk/>
          <pc:sldMk cId="683826975" sldId="2147468656"/>
        </pc:sldMkLst>
      </pc:sldChg>
      <pc:sldChg chg="del">
        <pc:chgData name="Takeuchi, Koichiro" userId="b3848a05-443b-4434-8fa5-7398ca0c03c9" providerId="ADAL" clId="{80B71E5D-E31E-4962-AC9B-BD35B338D1CC}" dt="2024-05-24T05:14:27.717" v="911" actId="47"/>
        <pc:sldMkLst>
          <pc:docMk/>
          <pc:sldMk cId="1048032879" sldId="2147468657"/>
        </pc:sldMkLst>
      </pc:sldChg>
      <pc:sldChg chg="addSp modSp mod">
        <pc:chgData name="Takeuchi, Koichiro" userId="b3848a05-443b-4434-8fa5-7398ca0c03c9" providerId="ADAL" clId="{80B71E5D-E31E-4962-AC9B-BD35B338D1CC}" dt="2024-05-24T05:14:09.021" v="910" actId="20577"/>
        <pc:sldMkLst>
          <pc:docMk/>
          <pc:sldMk cId="4160675354" sldId="2147468659"/>
        </pc:sldMkLst>
        <pc:spChg chg="mod">
          <ac:chgData name="Takeuchi, Koichiro" userId="b3848a05-443b-4434-8fa5-7398ca0c03c9" providerId="ADAL" clId="{80B71E5D-E31E-4962-AC9B-BD35B338D1CC}" dt="2024-05-24T05:13:12.145" v="884" actId="20577"/>
          <ac:spMkLst>
            <pc:docMk/>
            <pc:sldMk cId="4160675354" sldId="2147468659"/>
            <ac:spMk id="12" creationId="{7E2C29F5-EB48-3AE5-C602-1D96DF9AF269}"/>
          </ac:spMkLst>
        </pc:spChg>
        <pc:spChg chg="mod">
          <ac:chgData name="Takeuchi, Koichiro" userId="b3848a05-443b-4434-8fa5-7398ca0c03c9" providerId="ADAL" clId="{80B71E5D-E31E-4962-AC9B-BD35B338D1CC}" dt="2024-05-24T05:12:18.243" v="872"/>
          <ac:spMkLst>
            <pc:docMk/>
            <pc:sldMk cId="4160675354" sldId="2147468659"/>
            <ac:spMk id="13" creationId="{69BF46B3-BD2C-626F-99BA-C7A327CA0796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4" creationId="{1E0D0219-7EEA-A6DA-A818-C9815DC6C4D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5" creationId="{6F45D110-CF22-8986-8D9C-DC9552A3086A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6" creationId="{65DDA598-6C44-2F14-0986-6760B5491D0D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7" creationId="{20280DFA-E7FE-479E-1840-336C85477EB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8" creationId="{72726A32-9332-D1DA-21C1-45D553ECD1E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9" creationId="{22C69869-1A2C-2FFC-E32E-5E5A538D260A}"/>
          </ac:spMkLst>
        </pc:spChg>
        <pc:spChg chg="mod">
          <ac:chgData name="Takeuchi, Koichiro" userId="b3848a05-443b-4434-8fa5-7398ca0c03c9" providerId="ADAL" clId="{80B71E5D-E31E-4962-AC9B-BD35B338D1CC}" dt="2024-05-24T05:13:50.127" v="908" actId="20577"/>
          <ac:spMkLst>
            <pc:docMk/>
            <pc:sldMk cId="4160675354" sldId="2147468659"/>
            <ac:spMk id="110" creationId="{7F596869-4BC7-FA3B-642D-714AF4A1901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1" creationId="{4500E1DF-1F4C-F070-1820-D0BE2B6F6EEA}"/>
          </ac:spMkLst>
        </pc:spChg>
        <pc:spChg chg="mod">
          <ac:chgData name="Takeuchi, Koichiro" userId="b3848a05-443b-4434-8fa5-7398ca0c03c9" providerId="ADAL" clId="{80B71E5D-E31E-4962-AC9B-BD35B338D1CC}" dt="2024-05-24T05:14:09.021" v="910" actId="20577"/>
          <ac:spMkLst>
            <pc:docMk/>
            <pc:sldMk cId="4160675354" sldId="2147468659"/>
            <ac:spMk id="112" creationId="{07D0152F-92A9-9B81-8CE0-C8B8F2E418C4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3" creationId="{42D133A6-F46F-39F5-E608-81318C08FBE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4" creationId="{0C41E9C0-C1F4-D623-E557-7A1606575D9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5" creationId="{B6D95EDB-2572-B921-E6CE-7BE1048958C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6" creationId="{970BB4BD-C702-CCCE-AAF3-47198225EC6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7" creationId="{5A55A7F6-8C56-2F8D-A79A-51E561652ED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8" creationId="{E269322D-0F66-D15C-A6C6-34D358E7626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9" creationId="{5AB76461-6600-D85A-A2E9-34AC702CF7F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0" creationId="{C250763B-C637-BE53-4D59-C37F4C861C81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1" creationId="{3F3D61A5-655A-B605-FCD9-08E5B6ED979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2" creationId="{A3C1AAE7-17FB-5EB6-49BC-5647EDAEFF48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3" creationId="{AF7D3DCB-62B1-BB32-2239-7D40B41AA47C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4" creationId="{481F9B98-BDA5-FCDE-32FF-0D3F8B7B6979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5" creationId="{3D4EAA39-E6F7-F25F-7671-7DB3099CD0C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6" creationId="{1D6FA0BB-FA7C-D26C-DBC7-0602712F5030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7" creationId="{3EB589B0-8BE6-A8F4-7AA6-C4050EF8BE2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8" creationId="{A5D9BF7B-F5B7-6582-439F-F0685EECF7FD}"/>
          </ac:spMkLst>
        </pc:spChg>
        <pc:grpChg chg="add mod">
          <ac:chgData name="Takeuchi, Koichiro" userId="b3848a05-443b-4434-8fa5-7398ca0c03c9" providerId="ADAL" clId="{80B71E5D-E31E-4962-AC9B-BD35B338D1CC}" dt="2024-05-24T05:13:28.430" v="905" actId="12788"/>
          <ac:grpSpMkLst>
            <pc:docMk/>
            <pc:sldMk cId="4160675354" sldId="2147468659"/>
            <ac:grpSpMk id="2" creationId="{634A9401-5718-7EA1-13B5-E6C00999EE3C}"/>
          </ac:grpSpMkLst>
        </pc:grpChg>
      </pc:sldChg>
      <pc:sldChg chg="modSp add del mod">
        <pc:chgData name="Takeuchi, Koichiro" userId="b3848a05-443b-4434-8fa5-7398ca0c03c9" providerId="ADAL" clId="{80B71E5D-E31E-4962-AC9B-BD35B338D1CC}" dt="2024-05-24T05:12:05.949" v="871" actId="47"/>
        <pc:sldMkLst>
          <pc:docMk/>
          <pc:sldMk cId="3077356700" sldId="2147468662"/>
        </pc:sldMkLst>
        <pc:spChg chg="mod">
          <ac:chgData name="Takeuchi, Koichiro" userId="b3848a05-443b-4434-8fa5-7398ca0c03c9" providerId="ADAL" clId="{80B71E5D-E31E-4962-AC9B-BD35B338D1CC}" dt="2024-05-24T05:09:10.613" v="820"/>
          <ac:spMkLst>
            <pc:docMk/>
            <pc:sldMk cId="3077356700" sldId="2147468662"/>
            <ac:spMk id="13" creationId="{69BF46B3-BD2C-626F-99BA-C7A327CA0796}"/>
          </ac:spMkLst>
        </pc:spChg>
      </pc:sldChg>
      <pc:sldChg chg="addSp modSp new mod">
        <pc:chgData name="Takeuchi, Koichiro" userId="b3848a05-443b-4434-8fa5-7398ca0c03c9" providerId="ADAL" clId="{80B71E5D-E31E-4962-AC9B-BD35B338D1CC}" dt="2024-05-24T05:58:43.763" v="1713" actId="20577"/>
        <pc:sldMkLst>
          <pc:docMk/>
          <pc:sldMk cId="1695821962" sldId="2147468663"/>
        </pc:sldMkLst>
        <pc:spChg chg="mod">
          <ac:chgData name="Takeuchi, Koichiro" userId="b3848a05-443b-4434-8fa5-7398ca0c03c9" providerId="ADAL" clId="{80B71E5D-E31E-4962-AC9B-BD35B338D1CC}" dt="2024-05-24T05:11:09.665" v="853" actId="255"/>
          <ac:spMkLst>
            <pc:docMk/>
            <pc:sldMk cId="1695821962" sldId="2147468663"/>
            <ac:spMk id="2" creationId="{8B5B16D9-8C73-95FD-C6EC-31341CF42B6A}"/>
          </ac:spMkLst>
        </pc:spChg>
        <pc:spChg chg="mod">
          <ac:chgData name="Takeuchi, Koichiro" userId="b3848a05-443b-4434-8fa5-7398ca0c03c9" providerId="ADAL" clId="{80B71E5D-E31E-4962-AC9B-BD35B338D1CC}" dt="2024-05-24T05:09:31.634" v="851" actId="20577"/>
          <ac:spMkLst>
            <pc:docMk/>
            <pc:sldMk cId="1695821962" sldId="2147468663"/>
            <ac:spMk id="3" creationId="{3B46BA40-0530-1486-9886-3DDEC539BF42}"/>
          </ac:spMkLst>
        </pc:spChg>
        <pc:spChg chg="mod">
          <ac:chgData name="Takeuchi, Koichiro" userId="b3848a05-443b-4434-8fa5-7398ca0c03c9" providerId="ADAL" clId="{80B71E5D-E31E-4962-AC9B-BD35B338D1CC}" dt="2024-05-24T05:11:30.544" v="869" actId="255"/>
          <ac:spMkLst>
            <pc:docMk/>
            <pc:sldMk cId="1695821962" sldId="2147468663"/>
            <ac:spMk id="4" creationId="{717996B0-BB9D-51B6-0ED4-CB0CFEBE961A}"/>
          </ac:spMkLst>
        </pc:spChg>
        <pc:spChg chg="add mod">
          <ac:chgData name="Takeuchi, Koichiro" userId="b3848a05-443b-4434-8fa5-7398ca0c03c9" providerId="ADAL" clId="{80B71E5D-E31E-4962-AC9B-BD35B338D1CC}" dt="2024-05-24T05:58:43.763" v="1713" actId="20577"/>
          <ac:spMkLst>
            <pc:docMk/>
            <pc:sldMk cId="1695821962" sldId="2147468663"/>
            <ac:spMk id="8" creationId="{E25B4093-E5BC-031E-2D42-98B8C61DF278}"/>
          </ac:spMkLst>
        </pc:spChg>
        <pc:picChg chg="add mod">
          <ac:chgData name="Takeuchi, Koichiro" userId="b3848a05-443b-4434-8fa5-7398ca0c03c9" providerId="ADAL" clId="{80B71E5D-E31E-4962-AC9B-BD35B338D1CC}" dt="2024-05-24T05:11:39.105" v="870"/>
          <ac:picMkLst>
            <pc:docMk/>
            <pc:sldMk cId="1695821962" sldId="2147468663"/>
            <ac:picMk id="7" creationId="{BD991F22-CFD2-D396-A653-D4AF0E01BD95}"/>
          </ac:picMkLst>
        </pc:picChg>
      </pc:sldChg>
      <pc:sldChg chg="addSp delSp modSp new mod ord modShow">
        <pc:chgData name="Takeuchi, Koichiro" userId="b3848a05-443b-4434-8fa5-7398ca0c03c9" providerId="ADAL" clId="{80B71E5D-E31E-4962-AC9B-BD35B338D1CC}" dt="2024-05-24T06:15:02.297" v="2120"/>
        <pc:sldMkLst>
          <pc:docMk/>
          <pc:sldMk cId="4161607056" sldId="2147468664"/>
        </pc:sldMkLst>
        <pc:spChg chg="mod">
          <ac:chgData name="Takeuchi, Koichiro" userId="b3848a05-443b-4434-8fa5-7398ca0c03c9" providerId="ADAL" clId="{80B71E5D-E31E-4962-AC9B-BD35B338D1CC}" dt="2024-05-24T05:46:35.423" v="1138" actId="255"/>
          <ac:spMkLst>
            <pc:docMk/>
            <pc:sldMk cId="4161607056" sldId="2147468664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5:47:48.790" v="1281" actId="20577"/>
          <ac:spMkLst>
            <pc:docMk/>
            <pc:sldMk cId="4161607056" sldId="2147468664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15.758" v="1784" actId="20577"/>
          <ac:spMkLst>
            <pc:docMk/>
            <pc:sldMk cId="4161607056" sldId="2147468664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7" creationId="{BBF569E1-A6C3-2220-0D24-593F497EFB0D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8" creationId="{DF395526-9712-751B-A78E-1A63EB0CF5CA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9" creationId="{0B301787-1045-6BF3-25C6-57EFE6886EDA}"/>
          </ac:spMkLst>
        </pc:spChg>
        <pc:spChg chg="add mod">
          <ac:chgData name="Takeuchi, Koichiro" userId="b3848a05-443b-4434-8fa5-7398ca0c03c9" providerId="ADAL" clId="{80B71E5D-E31E-4962-AC9B-BD35B338D1CC}" dt="2024-05-24T05:49:24.337" v="1308" actId="1035"/>
          <ac:spMkLst>
            <pc:docMk/>
            <pc:sldMk cId="4161607056" sldId="2147468664"/>
            <ac:spMk id="10" creationId="{22486DA0-14E9-286D-CEA1-6827F3226967}"/>
          </ac:spMkLst>
        </pc:spChg>
        <pc:spChg chg="add mod">
          <ac:chgData name="Takeuchi, Koichiro" userId="b3848a05-443b-4434-8fa5-7398ca0c03c9" providerId="ADAL" clId="{80B71E5D-E31E-4962-AC9B-BD35B338D1CC}" dt="2024-05-24T05:54:01.670" v="1356" actId="14100"/>
          <ac:spMkLst>
            <pc:docMk/>
            <pc:sldMk cId="4161607056" sldId="2147468664"/>
            <ac:spMk id="11" creationId="{B210A33B-970A-A2BE-8408-CAE5378EB3D8}"/>
          </ac:spMkLst>
        </pc:spChg>
        <pc:spChg chg="add mod">
          <ac:chgData name="Takeuchi, Koichiro" userId="b3848a05-443b-4434-8fa5-7398ca0c03c9" providerId="ADAL" clId="{80B71E5D-E31E-4962-AC9B-BD35B338D1CC}" dt="2024-05-24T05:48:54.475" v="1284" actId="20577"/>
          <ac:spMkLst>
            <pc:docMk/>
            <pc:sldMk cId="4161607056" sldId="2147468664"/>
            <ac:spMk id="12" creationId="{6A4A8812-37B1-F0BD-BD49-4154DACA8C4F}"/>
          </ac:spMkLst>
        </pc:spChg>
        <pc:spChg chg="add mod">
          <ac:chgData name="Takeuchi, Koichiro" userId="b3848a05-443b-4434-8fa5-7398ca0c03c9" providerId="ADAL" clId="{80B71E5D-E31E-4962-AC9B-BD35B338D1CC}" dt="2024-05-24T05:49:20.280" v="1300" actId="1035"/>
          <ac:spMkLst>
            <pc:docMk/>
            <pc:sldMk cId="4161607056" sldId="2147468664"/>
            <ac:spMk id="13" creationId="{1C8C0E2D-689C-21FE-5FCB-8BA108BD0DFE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4" creationId="{D4F36721-1DB6-E137-E18C-CB613D6DF68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5" creationId="{518004F4-3FD8-E090-B6C6-BA4E848C28D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6" creationId="{C8B23490-B722-0FFB-21AC-3B2C7B7E7176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7" creationId="{88F4831D-DB2C-89FB-4D1D-40F7D6BB467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8" creationId="{FCF160B1-12EF-B303-5F23-FD0D066D81F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9" creationId="{A23A9E15-1D51-E28F-0E54-2B15CB9A6BE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0" creationId="{1CF88FD7-8F71-9DEE-5A16-0F6A42CAFD79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1" creationId="{0878F01D-AADB-E3DB-BB0F-5A819E41E950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2" creationId="{9E1684DE-C8F4-6ADD-3958-FB92F301445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3" creationId="{7247DBF2-81A5-E6C4-C930-255B9BAF55FB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4" creationId="{97634A70-1CF9-157B-54B7-816A21C84762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5" creationId="{AD2DA399-8FD4-0FAC-18CF-997C3E7A079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6" creationId="{053F7333-1356-F3C6-9F29-D89CE289987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7" creationId="{7A080E96-D93D-4859-0FD1-EBB23010878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8" creationId="{675468EC-51A2-4559-188A-CF9022513DBF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9" creationId="{A9E9F5AF-D270-EA6D-22AF-96C4656D019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30" creationId="{C6E87041-B889-A0AC-ABA8-DC0A9BB5071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2" creationId="{C7698BDF-3A69-7234-98E2-04294A0750DB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3" creationId="{D2366050-C432-6509-406D-D36BCA97E51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4" creationId="{5265DA57-14F4-7B10-3A48-F7350C0D336D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5" creationId="{1FE60BEC-D56F-47D7-B6B1-C91EB9CCDD8E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6" creationId="{E4859F5E-ADFD-65E6-096D-30742CA431F7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7" creationId="{75E06CC7-61E5-90EB-30F7-D1D1D1D1B3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8" creationId="{258286F9-F357-6EFC-EAB8-1F5D605A207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9" creationId="{C1CA5FAB-3F5B-423D-B391-A46B40798C6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0" creationId="{73CDAEEE-143A-8AE7-0EF1-49F04C272332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1" creationId="{825DC44C-A81C-B8F2-BC56-53A00E28239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2" creationId="{EE95EBD8-3F02-7A93-49D8-B30A290A445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3" creationId="{1A348A0C-9F2A-6E08-A848-7E056FD7B7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4" creationId="{3218A709-FA2A-959E-F241-6C9A5C4592A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5" creationId="{6B7E1BC3-BB56-F09B-24DE-C71C0E6F2BF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6" creationId="{9AD0023F-3A37-EB1E-9EB2-E75086193C2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7" creationId="{DF7B0476-886D-D7CF-D158-5BB86017669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8" creationId="{D60A6D71-0962-019D-1645-680BDAB9C2A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9" creationId="{EA2FC20D-626C-6318-EE1B-6FBD5FCCE6F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0" creationId="{6CDD5396-68A4-2694-EF67-D48FE7CFEA8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1" creationId="{EC54F907-A974-2976-0514-D76DD4D4FC8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2" creationId="{8898DFBF-66A6-232E-F8EF-8BA214D1268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3" creationId="{D301568B-743A-3AB7-3134-8FF0D8F137A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4" creationId="{F22B1C2C-DFA7-306F-9EEA-41299F175FC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5" creationId="{75B4FDAD-D3B1-BA5B-6FB6-B2DE7608C5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6" creationId="{DE1B4F1F-A0CA-C542-4405-75DD259EA0AF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7" creationId="{9BD72D6B-A744-874A-C965-E4DA01B3523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8" creationId="{7B0A803F-0B54-5258-75EA-E5D2F2E70F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6" creationId="{9788328C-212E-3B40-9748-6F8B1AA4509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7" creationId="{80DC5701-10DC-CC9C-3940-40070209F18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8" creationId="{4B8696C4-58D3-0004-D902-732D2AEF64E9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9" creationId="{899E7C7A-C909-7420-170D-A3F6CE6C50A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0" creationId="{3915C366-5336-2E7E-30E1-28DAA9D2AFE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1" creationId="{C4D3A5A8-7537-6995-273A-1E538EC3BF3A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2" creationId="{D6D1BB4D-AD55-62A5-D57B-A33F802D2401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3" creationId="{EA4EA685-680B-612B-0FD1-983447DE2A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4" creationId="{93205C81-2C58-EF7C-8B02-C73395F2EBF3}"/>
          </ac:spMkLst>
        </pc:spChg>
        <pc:spChg chg="add mod">
          <ac:chgData name="Takeuchi, Koichiro" userId="b3848a05-443b-4434-8fa5-7398ca0c03c9" providerId="ADAL" clId="{80B71E5D-E31E-4962-AC9B-BD35B338D1CC}" dt="2024-05-24T05:50:50.537" v="1328" actId="1582"/>
          <ac:spMkLst>
            <pc:docMk/>
            <pc:sldMk cId="4161607056" sldId="2147468664"/>
            <ac:spMk id="85" creationId="{F2DE9F7C-32BF-E340-0528-9A38C28B7E2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86" creationId="{7F475499-215C-E35E-C09D-35E719ACB1E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7" creationId="{DE31E315-DC3B-5D65-04BA-8F070E7FAD1B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8" creationId="{50488E66-EC68-708C-EECD-B4A57B13F3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9" creationId="{3D36B908-8D4A-52C6-7291-82A56480EE4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0" creationId="{96A76CB9-18BC-0400-1666-5C6A9AC0230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1" creationId="{885D1170-7172-75F9-07FA-49F5D7F68A1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2" creationId="{B56EC55B-08F8-E9DA-E59E-9DBBDD1B93D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3" creationId="{4A72B090-5766-AC6D-924B-5C91AD0C716E}"/>
          </ac:spMkLst>
        </pc:spChg>
        <pc:grpChg chg="add del mod">
          <ac:chgData name="Takeuchi, Koichiro" userId="b3848a05-443b-4434-8fa5-7398ca0c03c9" providerId="ADAL" clId="{80B71E5D-E31E-4962-AC9B-BD35B338D1CC}" dt="2024-05-24T05:49:31.971" v="1318" actId="165"/>
          <ac:grpSpMkLst>
            <pc:docMk/>
            <pc:sldMk cId="4161607056" sldId="2147468664"/>
            <ac:grpSpMk id="69" creationId="{5833C476-D1C4-2C5D-4375-2845ECAA45D1}"/>
          </ac:grpSpMkLst>
        </pc:grp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1" creationId="{257655EE-B43A-1D61-9594-DE0A37B91B6E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2" creationId="{06F8881A-86BE-6EC1-3D2F-C4A4FB5304F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3" creationId="{4402E585-9667-EF7E-3D7C-BAE7CA79C8A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4" creationId="{1FCD563D-9ACB-9723-75B6-F95BE9D9B904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5" creationId="{64587EC1-7EF6-EA4B-7D70-496CBE19F8D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6" creationId="{8E65CF46-DF54-4385-015E-F3DDC3642FA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7" creationId="{53E89C7B-81B9-C41B-C586-0C50BF66F5B2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8" creationId="{21A6ED2C-0DFF-909E-611A-E7CF9E4B0057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9" creationId="{87162EF3-4D03-7E75-1A5F-B2A2C91AE990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0" creationId="{D66741A2-26C7-E64B-96AD-8515870E1E3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1" creationId="{12847905-704D-D17C-71CC-AFCDBD8865B2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0" creationId="{3E290D9A-B2B9-5954-2730-0A01374259B1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1" creationId="{1C3E4E0D-425E-A3FB-ED9C-107C95B51B7F}"/>
          </ac:cxnSpMkLst>
        </pc:cxnChg>
        <pc:cxnChg chg="del mod topLvl">
          <ac:chgData name="Takeuchi, Koichiro" userId="b3848a05-443b-4434-8fa5-7398ca0c03c9" providerId="ADAL" clId="{80B71E5D-E31E-4962-AC9B-BD35B338D1CC}" dt="2024-05-24T05:49:34.148" v="1319" actId="478"/>
          <ac:cxnSpMkLst>
            <pc:docMk/>
            <pc:sldMk cId="4161607056" sldId="2147468664"/>
            <ac:cxnSpMk id="72" creationId="{61F505F2-B9A6-469C-7BDD-B896338DD714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3" creationId="{F05809C1-038C-6B21-CD2F-92015CD66C45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4" creationId="{90D82DB4-82E8-CCA4-3BD3-382461A234E0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5" creationId="{D9499B1A-C77B-B3AF-66CA-FB2C2813C1E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4" creationId="{0392AF57-C7D3-6745-D946-226EB3945D6F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5" creationId="{098648F9-672E-CAA3-7C4F-E8F87E263EDA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6" creationId="{04E15C7F-B7A7-2FCA-0198-ABA7EBC644EF}"/>
          </ac:cxnSpMkLst>
        </pc:cxnChg>
        <pc:cxnChg chg="add del mod">
          <ac:chgData name="Takeuchi, Koichiro" userId="b3848a05-443b-4434-8fa5-7398ca0c03c9" providerId="ADAL" clId="{80B71E5D-E31E-4962-AC9B-BD35B338D1CC}" dt="2024-05-24T05:51:29.675" v="1334" actId="478"/>
          <ac:cxnSpMkLst>
            <pc:docMk/>
            <pc:sldMk cId="4161607056" sldId="2147468664"/>
            <ac:cxnSpMk id="97" creationId="{7E722FAE-D785-56A4-2369-199B2CBE6C4C}"/>
          </ac:cxnSpMkLst>
        </pc:cxnChg>
      </pc:sldChg>
      <pc:sldChg chg="addSp delSp modSp add del mod modShow">
        <pc:chgData name="Takeuchi, Koichiro" userId="b3848a05-443b-4434-8fa5-7398ca0c03c9" providerId="ADAL" clId="{80B71E5D-E31E-4962-AC9B-BD35B338D1CC}" dt="2024-05-24T08:07:09.154" v="6476" actId="14100"/>
        <pc:sldMkLst>
          <pc:docMk/>
          <pc:sldMk cId="4282457053" sldId="2147468665"/>
        </pc:sldMkLst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" creationId="{BBF569E1-A6C3-2220-0D24-593F497EFB0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" creationId="{DF395526-9712-751B-A78E-1A63EB0CF5C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" creationId="{0B301787-1045-6BF3-25C6-57EFE6886ED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0" creationId="{22486DA0-14E9-286D-CEA1-6827F322696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1" creationId="{B210A33B-970A-A2BE-8408-CAE5378EB3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2" creationId="{6A4A8812-37B1-F0BD-BD49-4154DACA8C4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3" creationId="{1C8C0E2D-689C-21FE-5FCB-8BA108BD0DF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4" creationId="{D4F36721-1DB6-E137-E18C-CB613D6DF68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5" creationId="{518004F4-3FD8-E090-B6C6-BA4E848C28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6" creationId="{C8B23490-B722-0FFB-21AC-3B2C7B7E717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7" creationId="{88F4831D-DB2C-89FB-4D1D-40F7D6BB467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8" creationId="{FCF160B1-12EF-B303-5F23-FD0D066D8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9" creationId="{A23A9E15-1D51-E28F-0E54-2B15CB9A6BE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0" creationId="{1CF88FD7-8F71-9DEE-5A16-0F6A42CAFD7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1" creationId="{0878F01D-AADB-E3DB-BB0F-5A819E41E95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2" creationId="{9E1684DE-C8F4-6ADD-3958-FB92F301445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3" creationId="{7247DBF2-81A5-E6C4-C930-255B9BAF55F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4" creationId="{97634A70-1CF9-157B-54B7-816A21C8476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5" creationId="{AD2DA399-8FD4-0FAC-18CF-997C3E7A079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6" creationId="{053F7333-1356-F3C6-9F29-D89CE289987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7" creationId="{7A080E96-D93D-4859-0FD1-EBB23010878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8" creationId="{675468EC-51A2-4559-188A-CF9022513DB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9" creationId="{A9E9F5AF-D270-EA6D-22AF-96C4656D019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30" creationId="{C6E87041-B889-A0AC-ABA8-DC0A9BB5071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2" creationId="{C7698BDF-3A69-7234-98E2-04294A0750D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3" creationId="{D2366050-C432-6509-406D-D36BCA97E51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4" creationId="{5265DA57-14F4-7B10-3A48-F7350C0D336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5" creationId="{1FE60BEC-D56F-47D7-B6B1-C91EB9CCDD8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6" creationId="{E4859F5E-ADFD-65E6-096D-30742CA43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7" creationId="{75E06CC7-61E5-90EB-30F7-D1D1D1D1B3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8" creationId="{258286F9-F357-6EFC-EAB8-1F5D605A207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9" creationId="{C1CA5FAB-3F5B-423D-B391-A46B40798C6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0" creationId="{73CDAEEE-143A-8AE7-0EF1-49F04C27233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1" creationId="{825DC44C-A81C-B8F2-BC56-53A00E28239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2" creationId="{EE95EBD8-3F02-7A93-49D8-B30A290A445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3" creationId="{1A348A0C-9F2A-6E08-A848-7E056FD7B7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4" creationId="{3218A709-FA2A-959E-F241-6C9A5C4592A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5" creationId="{6B7E1BC3-BB56-F09B-24DE-C71C0E6F2BF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6" creationId="{9AD0023F-3A37-EB1E-9EB2-E75086193C2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7" creationId="{DF7B0476-886D-D7CF-D158-5BB86017669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8" creationId="{D60A6D71-0962-019D-1645-680BDAB9C2A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9" creationId="{EA2FC20D-626C-6318-EE1B-6FBD5FCCE6F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0" creationId="{6CDD5396-68A4-2694-EF67-D48FE7CFEA8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1" creationId="{EC54F907-A974-2976-0514-D76DD4D4FC8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2" creationId="{8898DFBF-66A6-232E-F8EF-8BA214D1268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3" creationId="{D301568B-743A-3AB7-3134-8FF0D8F137A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4" creationId="{F22B1C2C-DFA7-306F-9EEA-41299F175FC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5" creationId="{75B4FDAD-D3B1-BA5B-6FB6-B2DE7608C5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6" creationId="{DE1B4F1F-A0CA-C542-4405-75DD259EA0A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7" creationId="{9BD72D6B-A744-874A-C965-E4DA01B3523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8" creationId="{7B0A803F-0B54-5258-75EA-E5D2F2E70F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6" creationId="{9788328C-212E-3B40-9748-6F8B1AA4509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7" creationId="{80DC5701-10DC-CC9C-3940-40070209F18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8" creationId="{4B8696C4-58D3-0004-D902-732D2AEF64E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9" creationId="{899E7C7A-C909-7420-170D-A3F6CE6C50A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0" creationId="{3915C366-5336-2E7E-30E1-28DAA9D2AFE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1" creationId="{C4D3A5A8-7537-6995-273A-1E538EC3BF3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2" creationId="{D6D1BB4D-AD55-62A5-D57B-A33F802D240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3" creationId="{EA4EA685-680B-612B-0FD1-983447DE2A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4" creationId="{93205C81-2C58-EF7C-8B02-C73395F2EBF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5" creationId="{F2DE9F7C-32BF-E340-0528-9A38C28B7E2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6" creationId="{7F475499-215C-E35E-C09D-35E719ACB1E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7" creationId="{DE31E315-DC3B-5D65-04BA-8F070E7FAD1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8" creationId="{50488E66-EC68-708C-EECD-B4A57B13F3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9" creationId="{3D36B908-8D4A-52C6-7291-82A56480EE4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0" creationId="{96A76CB9-18BC-0400-1666-5C6A9AC0230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1" creationId="{885D1170-7172-75F9-07FA-49F5D7F68A1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2" creationId="{B56EC55B-08F8-E9DA-E59E-9DBBDD1B93D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3" creationId="{4A72B090-5766-AC6D-924B-5C91AD0C716E}"/>
          </ac:spMkLst>
        </pc:spChg>
        <pc:spChg chg="add mod">
          <ac:chgData name="Takeuchi, Koichiro" userId="b3848a05-443b-4434-8fa5-7398ca0c03c9" providerId="ADAL" clId="{80B71E5D-E31E-4962-AC9B-BD35B338D1CC}" dt="2024-05-24T08:07:09.154" v="6476" actId="14100"/>
          <ac:spMkLst>
            <pc:docMk/>
            <pc:sldMk cId="4282457053" sldId="2147468665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5:55:36.358" v="1376" actId="164"/>
          <ac:grpSpMkLst>
            <pc:docMk/>
            <pc:sldMk cId="4282457053" sldId="2147468665"/>
            <ac:grpSpMk id="69" creationId="{A41B403B-975E-D208-0296-E9DDA643D588}"/>
          </ac:grpSpMkLst>
        </pc:grpChg>
        <pc:picChg chg="add mod">
          <ac:chgData name="Takeuchi, Koichiro" userId="b3848a05-443b-4434-8fa5-7398ca0c03c9" providerId="ADAL" clId="{80B71E5D-E31E-4962-AC9B-BD35B338D1CC}" dt="2024-05-24T05:56:01.479" v="1402" actId="1035"/>
          <ac:picMkLst>
            <pc:docMk/>
            <pc:sldMk cId="4282457053" sldId="2147468665"/>
            <ac:picMk id="72" creationId="{59F3A9F4-CC9A-0D1D-89F0-76EABBEF1C2C}"/>
          </ac:picMkLst>
        </pc:pic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1" creationId="{257655EE-B43A-1D61-9594-DE0A37B91B6E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2" creationId="{06F8881A-86BE-6EC1-3D2F-C4A4FB5304F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3" creationId="{4402E585-9667-EF7E-3D7C-BAE7CA79C8A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4" creationId="{1FCD563D-9ACB-9723-75B6-F95BE9D9B904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5" creationId="{64587EC1-7EF6-EA4B-7D70-496CBE19F8D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6" creationId="{8E65CF46-DF54-4385-015E-F3DDC3642FA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7" creationId="{53E89C7B-81B9-C41B-C586-0C50BF66F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8" creationId="{21A6ED2C-0DFF-909E-611A-E7CF9E4B0057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9" creationId="{87162EF3-4D03-7E75-1A5F-B2A2C91AE99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0" creationId="{D66741A2-26C7-E64B-96AD-8515870E1E3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1" creationId="{12847905-704D-D17C-71CC-AFCDBD886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0" creationId="{3E290D9A-B2B9-5954-2730-0A01374259B1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1" creationId="{1C3E4E0D-425E-A3FB-ED9C-107C95B51B7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3" creationId="{F05809C1-038C-6B21-CD2F-92015CD66C45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4" creationId="{90D82DB4-82E8-CCA4-3BD3-382461A234E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5" creationId="{D9499B1A-C77B-B3AF-66CA-FB2C2813C1E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4" creationId="{0392AF57-C7D3-6745-D946-226EB3945D6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5" creationId="{098648F9-672E-CAA3-7C4F-E8F87E263EDA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6" creationId="{04E15C7F-B7A7-2FCA-0198-ABA7EBC644EF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8:09:50.812" v="6689" actId="20577"/>
        <pc:sldMkLst>
          <pc:docMk/>
          <pc:sldMk cId="2527263272" sldId="2147468666"/>
        </pc:sldMkLst>
        <pc:spChg chg="mod">
          <ac:chgData name="Takeuchi, Koichiro" userId="b3848a05-443b-4434-8fa5-7398ca0c03c9" providerId="ADAL" clId="{80B71E5D-E31E-4962-AC9B-BD35B338D1CC}" dt="2024-05-24T06:02:17.871" v="1875" actId="20577"/>
          <ac:spMkLst>
            <pc:docMk/>
            <pc:sldMk cId="2527263272" sldId="2147468666"/>
            <ac:spMk id="2" creationId="{236E8044-5707-32C9-BB39-B5830ACA9388}"/>
          </ac:spMkLst>
        </pc:spChg>
        <pc:spChg chg="del mod">
          <ac:chgData name="Takeuchi, Koichiro" userId="b3848a05-443b-4434-8fa5-7398ca0c03c9" providerId="ADAL" clId="{80B71E5D-E31E-4962-AC9B-BD35B338D1CC}" dt="2024-05-24T06:01:52.439" v="1831" actId="478"/>
          <ac:spMkLst>
            <pc:docMk/>
            <pc:sldMk cId="2527263272" sldId="2147468666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57.680" v="1833" actId="20577"/>
          <ac:spMkLst>
            <pc:docMk/>
            <pc:sldMk cId="2527263272" sldId="2147468666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6:01:53.866" v="1832" actId="478"/>
          <ac:spMkLst>
            <pc:docMk/>
            <pc:sldMk cId="2527263272" sldId="2147468666"/>
            <ac:spMk id="8" creationId="{50DA2CB8-1010-6AC4-0ABC-9D30F0E68F6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0" creationId="{323D3BDA-BF28-901F-742C-FBF549B8704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3" creationId="{910ED96D-178E-A34E-6B60-9E38CC426EB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4" creationId="{E8CD5F10-53A7-7761-AF31-804F3479D52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6" creationId="{0502AA91-953F-C140-F6D0-6BB99F16DD0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17" creationId="{8EF0D11B-0890-9058-62CE-A8812F45453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8" creationId="{363249E5-2C78-6531-DAD6-1A03C32B859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9" creationId="{FA71985F-EB5B-D99E-382F-2EB06D0EAB65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0" creationId="{380603E1-61E7-EF41-AF1E-4DD835F5312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1" creationId="{139C03A6-1061-F6C0-B147-60842D2F886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2" creationId="{48A2CADB-6BBF-0385-A4A1-BF9ECECC2C18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3" creationId="{3C1ACD38-BE81-7D01-E630-7A3B3147D7E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5" creationId="{38B897C0-285E-30F4-D00F-E23BF496C23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6" creationId="{16F44BC7-EC18-C359-F1A2-39EC883BEF5F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7" creationId="{B2210B99-C7BE-F9E8-100B-E11B7F137C4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8" creationId="{EC614AC3-DC47-054C-460B-621BC6EAAA3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0" creationId="{F09AFCB1-EC62-7B16-1F49-CEB9F00D2B0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1" creationId="{028C2C5D-1165-DCF4-6517-E116DD503DF0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2" creationId="{254EDC6B-DCFB-5BEF-0F23-EB5C5993E33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3" creationId="{C66FA1CB-27BD-2CF7-5FF3-51E5FCE9D52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4" creationId="{1B050EFD-01B6-28DF-4409-5BEAB05C95D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5" creationId="{0F7DBB46-EA9C-B08A-F026-25EA62D1B77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7" creationId="{2586F8B0-204E-EC53-F8DA-1F984BABB5EB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8" creationId="{3AA96BFD-2B01-B293-9E61-7BE96BA899E9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9" creationId="{E9C70FC2-5122-E780-5CAC-8798F704128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0" creationId="{FDC0D1B2-1D9F-0649-61FF-CC5B8F7BFBD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1" creationId="{5BA47FC5-B071-389B-A376-57FEC6238053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42" creationId="{48C0BF13-F577-26BC-6C71-85BA5717057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4" creationId="{CBB9DC7A-0F54-2579-6D0C-D2BB0C83F7E0}"/>
          </ac:spMkLst>
        </pc:spChg>
        <pc:spChg chg="add mod">
          <ac:chgData name="Takeuchi, Koichiro" userId="b3848a05-443b-4434-8fa5-7398ca0c03c9" providerId="ADAL" clId="{80B71E5D-E31E-4962-AC9B-BD35B338D1CC}" dt="2024-05-24T06:17:55.936" v="2207" actId="14100"/>
          <ac:spMkLst>
            <pc:docMk/>
            <pc:sldMk cId="2527263272" sldId="2147468666"/>
            <ac:spMk id="46" creationId="{D3103A18-206A-4289-84A8-13CDEF6C4FE7}"/>
          </ac:spMkLst>
        </pc:spChg>
        <pc:spChg chg="add mod">
          <ac:chgData name="Takeuchi, Koichiro" userId="b3848a05-443b-4434-8fa5-7398ca0c03c9" providerId="ADAL" clId="{80B71E5D-E31E-4962-AC9B-BD35B338D1CC}" dt="2024-05-24T08:09:50.812" v="6689" actId="20577"/>
          <ac:spMkLst>
            <pc:docMk/>
            <pc:sldMk cId="2527263272" sldId="2147468666"/>
            <ac:spMk id="52" creationId="{8F380167-8699-09CD-1238-FA1D13B1CDF1}"/>
          </ac:spMkLst>
        </pc:spChg>
        <pc:spChg chg="del">
          <ac:chgData name="Takeuchi, Koichiro" userId="b3848a05-443b-4434-8fa5-7398ca0c03c9" providerId="ADAL" clId="{80B71E5D-E31E-4962-AC9B-BD35B338D1CC}" dt="2024-05-24T06:04:37.621" v="1920" actId="478"/>
          <ac:spMkLst>
            <pc:docMk/>
            <pc:sldMk cId="2527263272" sldId="2147468666"/>
            <ac:spMk id="97" creationId="{40848837-0E64-8A7B-05BA-F3ACE1641505}"/>
          </ac:spMkLst>
        </pc:spChg>
        <pc:grpChg chg="add del mod">
          <ac:chgData name="Takeuchi, Koichiro" userId="b3848a05-443b-4434-8fa5-7398ca0c03c9" providerId="ADAL" clId="{80B71E5D-E31E-4962-AC9B-BD35B338D1CC}" dt="2024-05-24T06:02:59.115" v="1880" actId="165"/>
          <ac:grpSpMkLst>
            <pc:docMk/>
            <pc:sldMk cId="2527263272" sldId="2147468666"/>
            <ac:grpSpMk id="9" creationId="{F47C0EE4-1E64-2930-1C59-FD99D1DCCBE6}"/>
          </ac:grpSpMkLst>
        </pc:grpChg>
        <pc:grpChg chg="add del mod">
          <ac:chgData name="Takeuchi, Koichiro" userId="b3848a05-443b-4434-8fa5-7398ca0c03c9" providerId="ADAL" clId="{80B71E5D-E31E-4962-AC9B-BD35B338D1CC}" dt="2024-05-24T06:17:29.852" v="2200" actId="165"/>
          <ac:grpSpMkLst>
            <pc:docMk/>
            <pc:sldMk cId="2527263272" sldId="2147468666"/>
            <ac:grpSpMk id="45" creationId="{123FD2B4-5E5F-1091-F770-2F36DD33986C}"/>
          </ac:grpSpMkLst>
        </pc:grpChg>
        <pc:picChg chg="del">
          <ac:chgData name="Takeuchi, Koichiro" userId="b3848a05-443b-4434-8fa5-7398ca0c03c9" providerId="ADAL" clId="{80B71E5D-E31E-4962-AC9B-BD35B338D1CC}" dt="2024-05-24T06:02:36.429" v="1876" actId="478"/>
          <ac:picMkLst>
            <pc:docMk/>
            <pc:sldMk cId="2527263272" sldId="2147468666"/>
            <ac:picMk id="72" creationId="{59F3A9F4-CC9A-0D1D-89F0-76EABBEF1C2C}"/>
          </ac:picMkLst>
        </pc:pic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1" creationId="{4F4BB0BF-72E3-45F7-E6E6-783B962AEEFF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2" creationId="{C07D9A7F-23E5-1DA7-122D-19FD35E4B030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5" creationId="{872163CA-D49B-FD15-BA8A-238923FE09C3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4" creationId="{87A58494-82EF-A619-2BFB-1CE9F315302B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9" creationId="{F3CEE4BF-EE4D-21FF-CC46-5978847A355D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36" creationId="{4F0D06E7-015F-ED49-3DE0-BDAAC700187E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43" creationId="{8EC83E14-3DF9-798B-6EED-FA4C182D474E}"/>
          </ac:cxnSpMkLst>
        </pc:cxnChg>
        <pc:cxnChg chg="add mod">
          <ac:chgData name="Takeuchi, Koichiro" userId="b3848a05-443b-4434-8fa5-7398ca0c03c9" providerId="ADAL" clId="{80B71E5D-E31E-4962-AC9B-BD35B338D1CC}" dt="2024-05-24T06:17:55.936" v="2207" actId="14100"/>
          <ac:cxnSpMkLst>
            <pc:docMk/>
            <pc:sldMk cId="2527263272" sldId="2147468666"/>
            <ac:cxnSpMk id="48" creationId="{BBD3DAB4-EA8A-FD82-1F0D-BCC69E09B198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27:04.936" v="5517" actId="20577"/>
        <pc:sldMkLst>
          <pc:docMk/>
          <pc:sldMk cId="30035279" sldId="2147468667"/>
        </pc:sldMkLst>
        <pc:spChg chg="mod">
          <ac:chgData name="Takeuchi, Koichiro" userId="b3848a05-443b-4434-8fa5-7398ca0c03c9" providerId="ADAL" clId="{80B71E5D-E31E-4962-AC9B-BD35B338D1CC}" dt="2024-05-24T07:27:04.936" v="5517" actId="20577"/>
          <ac:spMkLst>
            <pc:docMk/>
            <pc:sldMk cId="30035279" sldId="2147468667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3:32.557" v="2297"/>
          <ac:spMkLst>
            <pc:docMk/>
            <pc:sldMk cId="30035279" sldId="2147468667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4.823" v="4043" actId="20577"/>
          <ac:spMkLst>
            <pc:docMk/>
            <pc:sldMk cId="30035279" sldId="2147468667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7" creationId="{978499D9-C845-BB3C-646D-ACF2CAF4F5AD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8" creationId="{A3BFD6A9-989D-C327-C932-9AA661B503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0" creationId="{2CF66588-3E05-F333-1ACA-B78A186B30B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2" creationId="{81F93C0E-D62C-5129-A711-3C8963622FC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5" creationId="{D55CAEE0-39DB-1C20-0420-2913491C3126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6" creationId="{DDFC9C01-234B-7200-D15E-47EE4A232F1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7" creationId="{1A7CCCDC-66C8-6FB2-1861-791640E34D9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8" creationId="{E7425F0C-C855-BDFB-5A9F-B86DD118AEF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9" creationId="{F46968F3-99C8-7A14-C2E4-AA89C68AF712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0" creationId="{2A70CAFE-FD41-4D33-19C8-403ECF382C2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1" creationId="{D2DEBF85-C48D-CC74-1585-DBEFD7C4A1C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2" creationId="{058CD87C-6B51-C87B-0A84-1660D2A4929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3" creationId="{A82512CF-3927-2F9D-D22B-73204D196BF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4" creationId="{F7B80B84-AB69-597E-7F8D-C13D20BF82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5" creationId="{D7913A49-8A43-B496-DD47-4237B4ADB67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6" creationId="{B29611B3-8D86-4BB4-B16F-DB2BBA07E853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7" creationId="{110A62F1-A794-DE20-B13B-1E87CFBFF31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1" creationId="{4C415D9E-B145-37C4-C81D-5504FBFDEB13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2" creationId="{A744BB6E-37D2-6980-4B76-D4BF308A3EF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4" creationId="{5FBB7218-87D3-0FEE-A093-DC1B600703A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6" creationId="{7B9AEF7A-D974-4736-90D4-D47BA07E00BA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9" creationId="{FDBF2039-0498-B261-EC7C-E09086D56EA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0" creationId="{108EE8CC-5CB1-19B2-4F10-33CE576AED40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1" creationId="{15218D8B-63DB-313A-8485-752F7EA6518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2" creationId="{EB71ED3D-5321-01FD-8F69-6090D8285F7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3" creationId="{BC897C70-4915-5990-F297-96D79C3696DC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4" creationId="{6C687996-08BE-7FEB-2FB1-3B70EBD077D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5" creationId="{BCE9B8A0-AB8B-D5D3-E3AD-57870BE5A06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6" creationId="{089FAB18-6F52-1A95-4BC7-0791E0407A2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7" creationId="{A90B7C21-D96C-2513-F0D3-A7ECA12A5F3E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8" creationId="{68E81EAD-31F4-AA55-2205-8494E682FD57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9" creationId="{A63C7010-4199-CCAB-CFF4-1FDE13C6E12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0" creationId="{6FC4A5F9-29C0-55BA-742F-05D3DE405FD8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1" creationId="{75CB5082-107B-E316-8CFD-9D10847D1133}"/>
          </ac:spMkLst>
        </pc:spChg>
        <pc:spChg chg="del">
          <ac:chgData name="Takeuchi, Koichiro" userId="b3848a05-443b-4434-8fa5-7398ca0c03c9" providerId="ADAL" clId="{80B71E5D-E31E-4962-AC9B-BD35B338D1CC}" dt="2024-05-24T06:23:49.895" v="2299" actId="478"/>
          <ac:spMkLst>
            <pc:docMk/>
            <pc:sldMk cId="30035279" sldId="2147468667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6:24:00.585" v="2302" actId="164"/>
          <ac:grpSpMkLst>
            <pc:docMk/>
            <pc:sldMk cId="30035279" sldId="2147468667"/>
            <ac:grpSpMk id="28" creationId="{6FF6DE98-3356-9F43-01AE-16FE7D3F168D}"/>
          </ac:grpSpMkLst>
        </pc:grpChg>
        <pc:grpChg chg="add mod">
          <ac:chgData name="Takeuchi, Koichiro" userId="b3848a05-443b-4434-8fa5-7398ca0c03c9" providerId="ADAL" clId="{80B71E5D-E31E-4962-AC9B-BD35B338D1CC}" dt="2024-05-24T06:24:49.449" v="2384" actId="164"/>
          <ac:grpSpMkLst>
            <pc:docMk/>
            <pc:sldMk cId="30035279" sldId="2147468667"/>
            <ac:grpSpMk id="29" creationId="{6E819BA0-66B8-DA8F-D8B9-106021C777FD}"/>
          </ac:grpSpMkLst>
        </pc:grpChg>
        <pc:grpChg chg="add mod">
          <ac:chgData name="Takeuchi, Koichiro" userId="b3848a05-443b-4434-8fa5-7398ca0c03c9" providerId="ADAL" clId="{80B71E5D-E31E-4962-AC9B-BD35B338D1CC}" dt="2024-05-24T06:24:52.219" v="2385" actId="12788"/>
          <ac:grpSpMkLst>
            <pc:docMk/>
            <pc:sldMk cId="30035279" sldId="2147468667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1" creationId="{4B5408DF-CFF9-D189-9759-6397948A5978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3" creationId="{997283E5-B28E-A508-D5BC-75CFEDBD58E6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4" creationId="{8A2F9BE3-DD02-9D27-CCE1-F5CA30EA9DD2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5" creationId="{14BE3DEA-72A6-042C-3578-8967FA6A57D5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7" creationId="{3B58224D-C994-85CD-E3B0-3DC1CFF35964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8" creationId="{9F12648C-9D09-6A1D-16F6-636AAC32B3E0}"/>
          </ac:picMkLst>
        </pc:picChg>
        <pc:picChg chg="del">
          <ac:chgData name="Takeuchi, Koichiro" userId="b3848a05-443b-4434-8fa5-7398ca0c03c9" providerId="ADAL" clId="{80B71E5D-E31E-4962-AC9B-BD35B338D1CC}" dt="2024-05-24T06:23:24.403" v="2296" actId="478"/>
          <ac:picMkLst>
            <pc:docMk/>
            <pc:sldMk cId="30035279" sldId="2147468667"/>
            <ac:picMk id="72" creationId="{59F3A9F4-CC9A-0D1D-89F0-76EABBEF1C2C}"/>
          </ac:picMkLst>
        </pc:picChg>
        <pc:cxnChg chg="add mod">
          <ac:chgData name="Takeuchi, Koichiro" userId="b3848a05-443b-4434-8fa5-7398ca0c03c9" providerId="ADAL" clId="{80B71E5D-E31E-4962-AC9B-BD35B338D1CC}" dt="2024-05-24T06:24:49.449" v="2384" actId="164"/>
          <ac:cxnSpMkLst>
            <pc:docMk/>
            <pc:sldMk cId="30035279" sldId="2147468667"/>
            <ac:cxnSpMk id="9" creationId="{20B87B6D-05D5-C55F-7C8A-473D29BA3281}"/>
          </ac:cxnSpMkLst>
        </pc:cxnChg>
        <pc:cxnChg chg="add mod">
          <ac:chgData name="Takeuchi, Koichiro" userId="b3848a05-443b-4434-8fa5-7398ca0c03c9" providerId="ADAL" clId="{80B71E5D-E31E-4962-AC9B-BD35B338D1CC}" dt="2024-05-24T06:24:59.469" v="2386"/>
          <ac:cxnSpMkLst>
            <pc:docMk/>
            <pc:sldMk cId="30035279" sldId="2147468667"/>
            <ac:cxnSpMk id="33" creationId="{2C166EF7-3DAA-D2E3-C36B-51FC40591F5A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6:59:18.624" v="4045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80B71E5D-E31E-4962-AC9B-BD35B338D1CC}" dt="2024-05-24T06:25:29.891" v="2427" actId="20577"/>
          <ac:spMkLst>
            <pc:docMk/>
            <pc:sldMk cId="908662233" sldId="2147468668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7:00.214" v="2639" actId="20577"/>
          <ac:spMkLst>
            <pc:docMk/>
            <pc:sldMk cId="908662233" sldId="2147468668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8.624" v="4045" actId="20577"/>
          <ac:spMkLst>
            <pc:docMk/>
            <pc:sldMk cId="908662233" sldId="2147468668"/>
            <ac:spMk id="4" creationId="{4E91C10C-2DEB-B4D7-60F2-3238F2D38E1C}"/>
          </ac:spMkLst>
        </pc:spChg>
        <pc:grpChg chg="del">
          <ac:chgData name="Takeuchi, Koichiro" userId="b3848a05-443b-4434-8fa5-7398ca0c03c9" providerId="ADAL" clId="{80B71E5D-E31E-4962-AC9B-BD35B338D1CC}" dt="2024-05-24T06:25:48.645" v="2429" actId="478"/>
          <ac:grpSpMkLst>
            <pc:docMk/>
            <pc:sldMk cId="908662233" sldId="2147468668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7:17.710" v="2664" actId="12788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6:59:21.440" v="4047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80B71E5D-E31E-4962-AC9B-BD35B338D1CC}" dt="2024-05-24T06:53:18.992" v="3407" actId="20577"/>
          <ac:spMkLst>
            <pc:docMk/>
            <pc:sldMk cId="391420764" sldId="2147468669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48:31.287" v="3382" actId="20577"/>
          <ac:spMkLst>
            <pc:docMk/>
            <pc:sldMk cId="391420764" sldId="2147468669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1.440" v="4047" actId="20577"/>
          <ac:spMkLst>
            <pc:docMk/>
            <pc:sldMk cId="391420764" sldId="2147468669"/>
            <ac:spMk id="4" creationId="{4E91C10C-2DEB-B4D7-60F2-3238F2D38E1C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8" creationId="{AD2DE0E5-AC07-DA19-DFF1-4680F060617B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9" creationId="{40025A5E-869A-B52C-B995-CF0FC1831451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0" creationId="{61439789-0374-2D7C-D95C-E051A9FB7995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1" creationId="{EB55C415-DE44-EB35-7728-6FA50F56C09E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2" creationId="{60653C18-FDCC-717B-F0AB-F501C321CA19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3" creationId="{FBD29E20-EA1F-7C40-E072-57230B8F21E2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4" creationId="{51E39A35-D63E-94F4-6A93-E1CC0B78995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5" creationId="{3FEE5204-28EE-8B5C-67BC-45F2ED735CB7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6" creationId="{323CD0DF-B142-C261-DAB8-318CF003D7B3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8" creationId="{6F359C56-E9BE-47F8-A428-93996B03EF2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9" creationId="{CDE96353-74C6-BBF2-5F9F-5849DFFC7EC1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5" creationId="{5850E7A2-21A1-CEB2-B53A-A11D73280F6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7" creationId="{9A8E60DF-60FB-5F3C-58FA-46373A668C6F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9" creationId="{C76BD1CE-52FF-4889-27B8-839865E6E7A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30" creationId="{82FA715B-6247-BDE1-733F-45AD46C517F0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2" creationId="{38B37ED8-E867-7D4E-41D6-E107A4E3EFD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3" creationId="{379C6A06-F79B-1B06-DD05-248E125DE48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4" creationId="{1BBD1EF4-CE86-D042-C8DC-7DDE0801C893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5" creationId="{820F2AF4-23A4-CC1D-D082-511F7997AC3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6" creationId="{6F3D19E3-F9D5-8416-2D08-B49BF1134F6D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7" creationId="{B2C3685E-42F5-9863-7892-28C6B6B66CA5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8" creationId="{D5727DD3-A392-F89C-65EC-4203FC83DE6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9" creationId="{111BD438-38C4-7C27-69C4-400C33BD36E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0" creationId="{FA74DFEB-F491-6A15-56DC-513EAE903A12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2" creationId="{17707FDE-5A56-6D29-52A2-1B320C67719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3" creationId="{284C59E7-C208-2E95-48EE-B9FF0F28F23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9" creationId="{A62A6B6A-1C37-68A1-97E0-4D9276DA9AA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1" creationId="{B84B6E50-AD9F-C848-A80B-18FA5007C5E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2" creationId="{5B1FCE1A-ED3F-A709-291F-C5828AD2C367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3" creationId="{81B099AA-09CD-0212-B667-E456E804BC4B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4" creationId="{7EED05C8-6D73-6D80-9CAD-2EBA50B12B9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6" creationId="{E2244702-D973-B417-7DEB-451E20184FF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7" creationId="{4B1C30F4-1647-9476-8B5F-25906AFD09F0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8" creationId="{D673E2EC-810A-4A16-35CE-AA1282E349A7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9" creationId="{DA344159-C201-797F-3E91-7522AF46BF7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0" creationId="{BFF1EAD2-C2A4-7ADC-843D-D96E510F045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1" creationId="{F39583B6-644F-862C-5E13-EED2501F8C8E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2" creationId="{B237F5EF-FDF6-342A-5AE4-17F87E61C45D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3" creationId="{ACBD1972-1A9F-0AF5-FA67-7B525EC8D8B5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4" creationId="{B94541A3-280A-2E9A-FDA1-3E0FF8FF2ED0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6" creationId="{B3CF6BFA-A8BC-2803-FF34-8BDA1AF5FD89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7" creationId="{9712C8CF-14BB-97D3-00BA-EE24D02B0CB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3" creationId="{24993347-8BC9-8D00-B70A-5F2D59388EC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5" creationId="{58D78B6B-6FE2-D14D-5BF3-08C944AD5CD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6" creationId="{2ABCA5EF-6106-C167-4AB1-A1C4CFE33041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7" creationId="{C7931002-8929-6F49-AC1B-0508EB101368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8" creationId="{1A1E1CC9-CBE3-65FC-9A63-14E685FA25C4}"/>
          </ac:spMkLst>
        </pc:spChg>
        <pc:grpChg chg="add mod">
          <ac:chgData name="Takeuchi, Koichiro" userId="b3848a05-443b-4434-8fa5-7398ca0c03c9" providerId="ADAL" clId="{80B71E5D-E31E-4962-AC9B-BD35B338D1CC}" dt="2024-05-24T06:41:43.420" v="3026"/>
          <ac:grpSpMkLst>
            <pc:docMk/>
            <pc:sldMk cId="391420764" sldId="2147468669"/>
            <ac:grpSpMk id="7" creationId="{D4212EC4-946F-E421-5890-227E9FAD9F99}"/>
          </ac:grpSpMkLst>
        </pc:grpChg>
        <pc:grpChg chg="add mod">
          <ac:chgData name="Takeuchi, Koichiro" userId="b3848a05-443b-4434-8fa5-7398ca0c03c9" providerId="ADAL" clId="{80B71E5D-E31E-4962-AC9B-BD35B338D1CC}" dt="2024-05-24T06:41:50.709" v="3029" actId="1076"/>
          <ac:grpSpMkLst>
            <pc:docMk/>
            <pc:sldMk cId="391420764" sldId="2147468669"/>
            <ac:grpSpMk id="31" creationId="{10F33DF7-C254-4C1E-01D7-B705A41B082E}"/>
          </ac:grpSpMkLst>
        </pc:grpChg>
        <pc:grpChg chg="add mod">
          <ac:chgData name="Takeuchi, Koichiro" userId="b3848a05-443b-4434-8fa5-7398ca0c03c9" providerId="ADAL" clId="{80B71E5D-E31E-4962-AC9B-BD35B338D1CC}" dt="2024-05-24T06:42:05.789" v="3032" actId="1076"/>
          <ac:grpSpMkLst>
            <pc:docMk/>
            <pc:sldMk cId="391420764" sldId="2147468669"/>
            <ac:grpSpMk id="55" creationId="{7F2FD1FF-EA48-0CD9-C272-424F492285FF}"/>
          </ac:grpSpMkLst>
        </pc:grp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2" creationId="{FFED5019-7AD3-254A-1BDA-4ED37A226492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3" creationId="{C7A02E01-61D0-4C56-2205-82BC1E0A164D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4" creationId="{6A6E67C1-FF59-72E9-C143-00E9225611A5}"/>
          </ac:picMkLst>
        </pc:picChg>
        <pc:picChg chg="del">
          <ac:chgData name="Takeuchi, Koichiro" userId="b3848a05-443b-4434-8fa5-7398ca0c03c9" providerId="ADAL" clId="{80B71E5D-E31E-4962-AC9B-BD35B338D1CC}" dt="2024-05-24T06:41:21.706" v="3025" actId="478"/>
          <ac:picMkLst>
            <pc:docMk/>
            <pc:sldMk cId="391420764" sldId="2147468669"/>
            <ac:picMk id="28" creationId="{51FCC3F8-6BA6-5684-4EFD-6719E5763146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6" creationId="{28A5E302-0542-A1B6-10B2-A3A3FD4F7A1C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7" creationId="{41BD317E-E2AA-D1F8-CF9B-1FF01F06E33A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8" creationId="{CEB96B0A-D2D2-B9E4-B25F-3CA55E5EE7F3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0" creationId="{58ACF9F0-8A89-305F-318C-32C131258398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1" creationId="{681D0C75-CCAC-6B55-5404-06EE2192791D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2" creationId="{072A8AFC-A72B-8BA0-D5D9-E7CDDF05AD2F}"/>
          </ac:picMkLst>
        </pc:picChg>
        <pc:picChg chg="add">
          <ac:chgData name="Takeuchi, Koichiro" userId="b3848a05-443b-4434-8fa5-7398ca0c03c9" providerId="ADAL" clId="{80B71E5D-E31E-4962-AC9B-BD35B338D1CC}" dt="2024-05-24T06:42:11.577" v="3033"/>
          <ac:picMkLst>
            <pc:docMk/>
            <pc:sldMk cId="391420764" sldId="2147468669"/>
            <ac:picMk id="79" creationId="{A7A2788F-B0DF-C88D-BB4A-DC3B83FEF214}"/>
          </ac:picMkLst>
        </pc:picChg>
        <pc:picChg chg="add mod">
          <ac:chgData name="Takeuchi, Koichiro" userId="b3848a05-443b-4434-8fa5-7398ca0c03c9" providerId="ADAL" clId="{80B71E5D-E31E-4962-AC9B-BD35B338D1CC}" dt="2024-05-24T06:42:23.018" v="3040" actId="14100"/>
          <ac:picMkLst>
            <pc:docMk/>
            <pc:sldMk cId="391420764" sldId="2147468669"/>
            <ac:picMk id="80" creationId="{C2F194D1-B250-2A7F-9053-02A32239093A}"/>
          </ac:picMkLst>
        </pc:picChg>
        <pc:picChg chg="add">
          <ac:chgData name="Takeuchi, Koichiro" userId="b3848a05-443b-4434-8fa5-7398ca0c03c9" providerId="ADAL" clId="{80B71E5D-E31E-4962-AC9B-BD35B338D1CC}" dt="2024-05-24T06:43:10.096" v="3043"/>
          <ac:picMkLst>
            <pc:docMk/>
            <pc:sldMk cId="391420764" sldId="2147468669"/>
            <ac:picMk id="81" creationId="{1D3E4B69-C716-2243-6FFC-30B7AA8880B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2" creationId="{27654A23-5E5E-677C-8A35-9815E351970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3" creationId="{0D9DEBFE-3FA9-9FB0-DF45-42CFDADDFD5E}"/>
          </ac:picMkLst>
        </pc:picChg>
        <pc:picChg chg="add mod">
          <ac:chgData name="Takeuchi, Koichiro" userId="b3848a05-443b-4434-8fa5-7398ca0c03c9" providerId="ADAL" clId="{80B71E5D-E31E-4962-AC9B-BD35B338D1CC}" dt="2024-05-24T06:46:07.589" v="3163" actId="14100"/>
          <ac:picMkLst>
            <pc:docMk/>
            <pc:sldMk cId="391420764" sldId="2147468669"/>
            <ac:picMk id="84" creationId="{5686DDBB-695A-8F80-7CA1-57CC61E7D172}"/>
          </ac:picMkLst>
        </pc:picChg>
        <pc:picChg chg="add mod">
          <ac:chgData name="Takeuchi, Koichiro" userId="b3848a05-443b-4434-8fa5-7398ca0c03c9" providerId="ADAL" clId="{80B71E5D-E31E-4962-AC9B-BD35B338D1CC}" dt="2024-05-24T06:48:34.307" v="3386" actId="1036"/>
          <ac:picMkLst>
            <pc:docMk/>
            <pc:sldMk cId="391420764" sldId="2147468669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17" creationId="{A8D4705D-16A6-239D-6BC6-44B5577D7919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0" creationId="{B5680393-E581-BD56-ABDF-9D78F0CB1306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1" creationId="{CE4EFC4C-1F15-3862-A4F9-90EF1CFB134D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6" creationId="{440344F5-0DB1-5E9F-C00C-CBA13D3618A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1" creationId="{AABA8651-903A-A364-8189-AD1C57EA7486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4" creationId="{1A4411EA-1609-1203-F54B-60C7DFAB755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5" creationId="{92C9D5EF-C695-5941-0DC2-7CD41833B4D8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50" creationId="{490D6F0D-C44A-F2B0-B39C-68F55E1C1872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5" creationId="{783DBC63-D971-CB43-8E0F-FD9E311FA859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8" creationId="{E6291E8F-EEA3-F2DB-E3BE-D971AF463337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9" creationId="{0A10F5DB-5BDC-0019-F53D-E4C7A9221881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74" creationId="{B29633F2-FBA5-B80C-2ADC-2B8CF2B844F6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0:48.307" v="4103" actId="20577"/>
        <pc:sldMkLst>
          <pc:docMk/>
          <pc:sldMk cId="3260510982" sldId="2147468670"/>
        </pc:sldMkLst>
        <pc:spChg chg="mod">
          <ac:chgData name="Takeuchi, Koichiro" userId="b3848a05-443b-4434-8fa5-7398ca0c03c9" providerId="ADAL" clId="{80B71E5D-E31E-4962-AC9B-BD35B338D1CC}" dt="2024-05-24T07:00:48.307" v="4103" actId="20577"/>
          <ac:spMkLst>
            <pc:docMk/>
            <pc:sldMk cId="3260510982" sldId="2147468670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58:13.909" v="4039" actId="20577"/>
          <ac:spMkLst>
            <pc:docMk/>
            <pc:sldMk cId="3260510982" sldId="2147468670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5.150" v="4049" actId="20577"/>
          <ac:spMkLst>
            <pc:docMk/>
            <pc:sldMk cId="3260510982" sldId="2147468670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8" creationId="{CDDCE6F2-9288-BD29-7ABF-9B3CAEDCC58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9" creationId="{4CCE95F2-FE35-CDDD-E343-07C0A4488FD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0" creationId="{6ED2A0D5-B2BB-096E-1FBB-4FC96EF923F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1" creationId="{129A466A-3372-7DF2-5712-C42462704E5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2" creationId="{38F9CD94-1979-80BA-2FEE-99E3705EFAA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3" creationId="{814B6E50-7215-BD5F-A08A-76522DFDA07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4" creationId="{291EAAF0-F479-A66D-B5C1-F4928F3E731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5" creationId="{60627E1A-3DAA-4889-D282-656B0BD0C8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6" creationId="{4DADC4A8-F48D-3591-A986-AAA5C5E36986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7" creationId="{11FC6970-3348-F473-8EB1-0F1DB9BD569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8" creationId="{089EDE5E-EF4A-2C8A-9B4D-392AF33D1B5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5" creationId="{259B9135-916B-32DF-9482-8CCC1B41CB5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6" creationId="{5B8CBC7A-40A6-35A1-796D-24835B3DBF0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7" creationId="{BB81A55F-0168-4E2E-21FD-5C510A688DF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8" creationId="{00E2A183-D5A7-F7CF-6EDD-3C1A0621EC8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9" creationId="{28B627AF-45F3-63AB-2DA7-C071DA0888B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0" creationId="{06863CA3-914D-415D-6670-CA872FA537A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1" creationId="{049DF2D7-951F-3B99-8C26-AF364679E83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6" creationId="{EDEEC6AF-FC42-4BE5-F582-2FE779F92B1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8" creationId="{46B94610-AF08-43BD-30E6-BC5244447AD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9" creationId="{11351507-F53B-591C-A935-9E3A47FDD3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0" creationId="{E6D370B3-3156-39C8-99AE-D3BD028BD09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2" creationId="{EB80D8F9-1358-6BF0-C1ED-412C24B4688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3" creationId="{F6767280-66D4-1630-02C0-E020240CD77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4" creationId="{F7268797-B446-4CB5-96CA-703CD68E0F9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5" creationId="{707B1220-E2D1-AF0B-F223-08FB252953C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8" creationId="{6482A961-B2B7-7B50-A042-EF67D1A79FB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9" creationId="{5E40CAAF-57B7-63CF-88CF-C1D36C5218B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0" creationId="{A1DE78F9-28A1-6FB4-F7E2-97891A656023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1" creationId="{4D8AA017-D1AE-A89B-5596-1A7D2CCD102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2" creationId="{45062D33-82A0-5387-A784-ECF050BBBA4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3" creationId="{5ED2AA93-A290-C3CC-B888-BBBDD22772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4" creationId="{CB5ACA1E-236D-BE33-6F82-7A5CFD8EFEA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1" creationId="{6979E1E9-41BB-F28E-97A6-D5AE2CBC3B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3" creationId="{1B27BC66-90C6-9F7B-A0E5-08F843293D6B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4" creationId="{000B6B14-37BB-B620-830C-DDB204566406}"/>
          </ac:spMkLst>
        </pc:spChg>
        <pc:picChg chg="add mod">
          <ac:chgData name="Takeuchi, Koichiro" userId="b3848a05-443b-4434-8fa5-7398ca0c03c9" providerId="ADAL" clId="{80B71E5D-E31E-4962-AC9B-BD35B338D1CC}" dt="2024-05-24T06:55:45.508" v="3710" actId="14100"/>
          <ac:picMkLst>
            <pc:docMk/>
            <pc:sldMk cId="3260510982" sldId="2147468670"/>
            <ac:picMk id="65" creationId="{A5192F88-1C92-5242-738A-84588A81245F}"/>
          </ac:picMkLst>
        </pc:picChg>
        <pc:picChg chg="add mod">
          <ac:chgData name="Takeuchi, Koichiro" userId="b3848a05-443b-4434-8fa5-7398ca0c03c9" providerId="ADAL" clId="{80B71E5D-E31E-4962-AC9B-BD35B338D1CC}" dt="2024-05-24T06:56:18.287" v="3789" actId="1036"/>
          <ac:picMkLst>
            <pc:docMk/>
            <pc:sldMk cId="3260510982" sldId="2147468670"/>
            <ac:picMk id="66" creationId="{8B71749B-76DB-0499-1235-D3448BBB44EF}"/>
          </ac:picMkLst>
        </pc:picChg>
        <pc:picChg chg="add del mod">
          <ac:chgData name="Takeuchi, Koichiro" userId="b3848a05-443b-4434-8fa5-7398ca0c03c9" providerId="ADAL" clId="{80B71E5D-E31E-4962-AC9B-BD35B338D1CC}" dt="2024-05-24T06:57:25.060" v="3904" actId="478"/>
          <ac:picMkLst>
            <pc:docMk/>
            <pc:sldMk cId="3260510982" sldId="2147468670"/>
            <ac:picMk id="67" creationId="{CCADF11F-4FD4-6A43-77B8-983947523169}"/>
          </ac:picMkLst>
        </pc:picChg>
        <pc:picChg chg="add mod">
          <ac:chgData name="Takeuchi, Koichiro" userId="b3848a05-443b-4434-8fa5-7398ca0c03c9" providerId="ADAL" clId="{80B71E5D-E31E-4962-AC9B-BD35B338D1CC}" dt="2024-05-24T06:57:47.496" v="3930" actId="12788"/>
          <ac:picMkLst>
            <pc:docMk/>
            <pc:sldMk cId="3260510982" sldId="2147468670"/>
            <ac:picMk id="68" creationId="{00F9C26D-8B78-CC87-EF4B-8DA7F79EE475}"/>
          </ac:picMkLst>
        </pc:picChg>
        <pc:picChg chg="del">
          <ac:chgData name="Takeuchi, Koichiro" userId="b3848a05-443b-4434-8fa5-7398ca0c03c9" providerId="ADAL" clId="{80B71E5D-E31E-4962-AC9B-BD35B338D1CC}" dt="2024-05-24T06:53:37.793" v="3456" actId="478"/>
          <ac:picMkLst>
            <pc:docMk/>
            <pc:sldMk cId="3260510982" sldId="2147468670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7" creationId="{9BBDAD17-7177-231F-CCCE-888D2D3D0D6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19" creationId="{B3F32866-C4A3-9BE4-7ABE-31572DEA9107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0" creationId="{8D3FA54F-27BB-F1D7-76A2-B1CE457823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1" creationId="{81D90299-410C-442F-D758-E58D258F0BA3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2" creationId="{69036E25-F6B8-D589-E74C-1BFB932DDC2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3" creationId="{4F6A15DF-E4BC-1891-BA33-A96A2F03489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4" creationId="{2A99E111-B4F3-4190-3047-9112FF52DDF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2" creationId="{4645D056-8EEA-79DF-415A-1C5727F6BED0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3" creationId="{FCD01B14-6C1C-76E7-63DF-7D6DDC58F65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4" creationId="{E26BF96A-3EA0-AE7B-2C02-AC21309D456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5" creationId="{B4B2DDD4-0B85-94CE-1B40-613F7F35430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7" creationId="{566EFF92-61A0-7634-671D-F500C329E2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1" creationId="{66BCF45A-3BCE-1FEE-683A-FC6F6D450DAD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6" creationId="{3F63117F-6527-81D8-71D0-9DE2A3F1657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7" creationId="{ADBCE229-E2A0-8963-F5DA-C45A556DC6A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5" creationId="{122009BF-6213-6530-1E16-6F32B348142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6" creationId="{416D5A7F-D0AA-FF47-B4C2-92B2FF432E3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7" creationId="{1338DF94-994A-65B3-B936-378F4BD31D6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8" creationId="{0658417C-116D-B0E6-F6CC-43954139687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9" creationId="{1CE423D7-32D2-A34D-93C6-EAA927AFBD9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0" creationId="{1CAC00ED-2D06-0C79-1BF7-2DE72A11E27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2" creationId="{557BDAC0-CAD5-40FE-1D1D-6D6011C743AB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6:15.026" v="4567" actId="12788"/>
        <pc:sldMkLst>
          <pc:docMk/>
          <pc:sldMk cId="3125140011" sldId="2147468671"/>
        </pc:sldMkLst>
        <pc:spChg chg="mod">
          <ac:chgData name="Takeuchi, Koichiro" userId="b3848a05-443b-4434-8fa5-7398ca0c03c9" providerId="ADAL" clId="{80B71E5D-E31E-4962-AC9B-BD35B338D1CC}" dt="2024-05-24T07:01:02.394" v="4174" actId="20577"/>
          <ac:spMkLst>
            <pc:docMk/>
            <pc:sldMk cId="3125140011" sldId="2147468671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5:36.218" v="4558" actId="20577"/>
          <ac:spMkLst>
            <pc:docMk/>
            <pc:sldMk cId="3125140011" sldId="2147468671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7:00:53.778" v="4105" actId="20577"/>
          <ac:spMkLst>
            <pc:docMk/>
            <pc:sldMk cId="3125140011" sldId="2147468671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7" creationId="{474D06BC-A930-8569-45DB-10ACE55A10C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8" creationId="{D2FEF2F9-DD34-EFBF-C9F3-1D0EC342B79E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9" creationId="{57219C12-86B3-5CF9-0193-E78A7830385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0" creationId="{7A460F6E-6CB7-847A-B21B-D87CD9415B5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1" creationId="{086D4DFD-EE31-CA95-746B-69869768BDD7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2" creationId="{EE339F32-DD49-556A-93E9-D70341C0AFB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3" creationId="{21F5FF00-AB13-732A-B3F5-048EBD86275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4" creationId="{4BC6917C-9E5C-ED87-462E-E5A8C0EE82A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5" creationId="{963F1333-C211-BCB8-875E-6AB55800246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6" creationId="{36FA0313-5AFF-DC83-C4AD-C69BDC47C55E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17" creationId="{A85B5C91-0894-26C5-2361-0E4821C5AD3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8" creationId="{94887EF3-3B8B-2433-6BE1-6A92D2606C2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9" creationId="{F9271F72-037A-453A-A18A-465041486B88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20" creationId="{C38D5D52-10AB-7397-98CA-63101837EED3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4" creationId="{F5700782-B21C-EB2A-CF98-C613D1C097B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8" creationId="{F5EB9FE8-653E-172A-7BF6-84BE9113E23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9" creationId="{3F3C9CD7-9049-1B8A-9B0C-50D9700FD5E9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0" creationId="{930DED75-AD44-9286-8BBA-F35DB5920400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1" creationId="{A56754F6-FA9D-8B34-B6F7-D280F1985F7B}"/>
          </ac:spMkLst>
        </pc:sp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3" creationId="{8D4C66BF-FBF8-4623-8CD3-421AC075F5EC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5" creationId="{311C51DC-7698-FC00-61BC-CC3AE6BC9192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6" creationId="{EE8B30B7-91F0-50E8-A952-F187BA2F1179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7" creationId="{709AB0D5-0A90-D074-4C03-E300841B638B}"/>
          </ac:picMkLst>
        </pc:picChg>
        <pc:picChg chg="add mod">
          <ac:chgData name="Takeuchi, Koichiro" userId="b3848a05-443b-4434-8fa5-7398ca0c03c9" providerId="ADAL" clId="{80B71E5D-E31E-4962-AC9B-BD35B338D1CC}" dt="2024-05-24T07:06:15.026" v="4567" actId="12788"/>
          <ac:picMkLst>
            <pc:docMk/>
            <pc:sldMk cId="3125140011" sldId="2147468671"/>
            <ac:picMk id="32" creationId="{2C685C17-3EF0-1232-112D-1DD6513B6786}"/>
          </ac:picMkLst>
        </pc:picChg>
        <pc:picChg chg="del">
          <ac:chgData name="Takeuchi, Koichiro" userId="b3848a05-443b-4434-8fa5-7398ca0c03c9" providerId="ADAL" clId="{80B71E5D-E31E-4962-AC9B-BD35B338D1CC}" dt="2024-05-24T07:01:25.554" v="4175" actId="478"/>
          <ac:picMkLst>
            <pc:docMk/>
            <pc:sldMk cId="3125140011" sldId="2147468671"/>
            <ac:picMk id="68" creationId="{00F9C26D-8B78-CC87-EF4B-8DA7F79EE475}"/>
          </ac:picMkLst>
        </pc:pic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1" creationId="{61B52FA4-5E33-129F-9192-1A5517D4E4EB}"/>
          </ac:cxnSpMkLst>
        </pc:cxn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2" creationId="{B21A858F-6242-753F-80B7-441103C5FD77}"/>
          </ac:cxnSpMkLst>
        </pc:cxnChg>
      </pc:sldChg>
      <pc:sldChg chg="new del">
        <pc:chgData name="Takeuchi, Koichiro" userId="b3848a05-443b-4434-8fa5-7398ca0c03c9" providerId="ADAL" clId="{80B71E5D-E31E-4962-AC9B-BD35B338D1CC}" dt="2024-05-24T06:59:05.954" v="4041" actId="680"/>
        <pc:sldMkLst>
          <pc:docMk/>
          <pc:sldMk cId="3741234185" sldId="2147468671"/>
        </pc:sldMkLst>
      </pc:sldChg>
      <pc:sldChg chg="addSp delSp modSp add mod">
        <pc:chgData name="Takeuchi, Koichiro" userId="b3848a05-443b-4434-8fa5-7398ca0c03c9" providerId="ADAL" clId="{80B71E5D-E31E-4962-AC9B-BD35B338D1CC}" dt="2024-05-24T09:14:42.046" v="7042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80B71E5D-E31E-4962-AC9B-BD35B338D1CC}" dt="2024-05-24T07:16:45.407" v="5033" actId="20577"/>
          <ac:spMkLst>
            <pc:docMk/>
            <pc:sldMk cId="220710022" sldId="2147468672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8:47.420" v="4661" actId="20577"/>
          <ac:spMkLst>
            <pc:docMk/>
            <pc:sldMk cId="220710022" sldId="2147468672"/>
            <ac:spMk id="3" creationId="{6F87811F-22A0-40CB-5137-F9234735B4E4}"/>
          </ac:spMkLst>
        </pc:spChg>
        <pc:spChg chg="del">
          <ac:chgData name="Takeuchi, Koichiro" userId="b3848a05-443b-4434-8fa5-7398ca0c03c9" providerId="ADAL" clId="{80B71E5D-E31E-4962-AC9B-BD35B338D1CC}" dt="2024-05-24T07:06:40.286" v="4571" actId="478"/>
          <ac:spMkLst>
            <pc:docMk/>
            <pc:sldMk cId="220710022" sldId="2147468672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6:42.314" v="4572" actId="478"/>
          <ac:spMkLst>
            <pc:docMk/>
            <pc:sldMk cId="220710022" sldId="2147468672"/>
            <ac:spMk id="8" creationId="{E8DCF3E4-5E4B-ED1B-779E-537E813248DC}"/>
          </ac:spMkLst>
        </pc:spChg>
        <pc:spChg chg="add del mod">
          <ac:chgData name="Takeuchi, Koichiro" userId="b3848a05-443b-4434-8fa5-7398ca0c03c9" providerId="ADAL" clId="{80B71E5D-E31E-4962-AC9B-BD35B338D1CC}" dt="2024-05-24T07:07:15.053" v="4648" actId="478"/>
          <ac:spMkLst>
            <pc:docMk/>
            <pc:sldMk cId="220710022" sldId="2147468672"/>
            <ac:spMk id="9" creationId="{24705D3A-A629-D425-92B3-3F9CD8012E0B}"/>
          </ac:spMkLst>
        </pc:spChg>
        <pc:spChg chg="add del">
          <ac:chgData name="Takeuchi, Koichiro" userId="b3848a05-443b-4434-8fa5-7398ca0c03c9" providerId="ADAL" clId="{80B71E5D-E31E-4962-AC9B-BD35B338D1CC}" dt="2024-05-24T07:09:06.162" v="4668" actId="11529"/>
          <ac:spMkLst>
            <pc:docMk/>
            <pc:sldMk cId="220710022" sldId="2147468672"/>
            <ac:spMk id="11" creationId="{FA6DE7EF-5540-2124-DFF8-44E5C669F5EC}"/>
          </ac:spMkLst>
        </pc:spChg>
        <pc:spChg chg="add mod">
          <ac:chgData name="Takeuchi, Koichiro" userId="b3848a05-443b-4434-8fa5-7398ca0c03c9" providerId="ADAL" clId="{80B71E5D-E31E-4962-AC9B-BD35B338D1CC}" dt="2024-05-24T07:12:05.961" v="4764" actId="1076"/>
          <ac:spMkLst>
            <pc:docMk/>
            <pc:sldMk cId="220710022" sldId="2147468672"/>
            <ac:spMk id="12" creationId="{1D8BEA93-9336-C220-BAC5-CF496B09A155}"/>
          </ac:spMkLst>
        </pc:spChg>
        <pc:spChg chg="add mod">
          <ac:chgData name="Takeuchi, Koichiro" userId="b3848a05-443b-4434-8fa5-7398ca0c03c9" providerId="ADAL" clId="{80B71E5D-E31E-4962-AC9B-BD35B338D1CC}" dt="2024-05-24T07:59:00.295" v="6332" actId="20577"/>
          <ac:spMkLst>
            <pc:docMk/>
            <pc:sldMk cId="220710022" sldId="2147468672"/>
            <ac:spMk id="13" creationId="{DFA13676-B0BF-3377-E394-6CCF32FD2451}"/>
          </ac:spMkLst>
        </pc:spChg>
        <pc:spChg chg="add mod">
          <ac:chgData name="Takeuchi, Koichiro" userId="b3848a05-443b-4434-8fa5-7398ca0c03c9" providerId="ADAL" clId="{80B71E5D-E31E-4962-AC9B-BD35B338D1CC}" dt="2024-05-24T09:14:42.046" v="7042" actId="14100"/>
          <ac:spMkLst>
            <pc:docMk/>
            <pc:sldMk cId="220710022" sldId="2147468672"/>
            <ac:spMk id="16" creationId="{2B4020C5-9D41-63BD-3D86-AFE7DE2C82A4}"/>
          </ac:spMkLst>
        </pc:spChg>
        <pc:picChg chg="add mod ord">
          <ac:chgData name="Takeuchi, Koichiro" userId="b3848a05-443b-4434-8fa5-7398ca0c03c9" providerId="ADAL" clId="{80B71E5D-E31E-4962-AC9B-BD35B338D1CC}" dt="2024-05-24T08:30:53.224" v="6965" actId="14100"/>
          <ac:picMkLst>
            <pc:docMk/>
            <pc:sldMk cId="220710022" sldId="2147468672"/>
            <ac:picMk id="10" creationId="{11367BA8-45E3-0EBF-0241-092931159DEB}"/>
          </ac:picMkLst>
        </pc:picChg>
        <pc:picChg chg="add del mod">
          <ac:chgData name="Takeuchi, Koichiro" userId="b3848a05-443b-4434-8fa5-7398ca0c03c9" providerId="ADAL" clId="{80B71E5D-E31E-4962-AC9B-BD35B338D1CC}" dt="2024-05-24T09:14:15.758" v="6966" actId="478"/>
          <ac:picMkLst>
            <pc:docMk/>
            <pc:sldMk cId="220710022" sldId="2147468672"/>
            <ac:picMk id="15" creationId="{E62C73FD-A211-DA72-08BC-3659A1477876}"/>
          </ac:picMkLst>
        </pc:picChg>
        <pc:picChg chg="del">
          <ac:chgData name="Takeuchi, Koichiro" userId="b3848a05-443b-4434-8fa5-7398ca0c03c9" providerId="ADAL" clId="{80B71E5D-E31E-4962-AC9B-BD35B338D1CC}" dt="2024-05-24T07:08:49.443" v="4662" actId="478"/>
          <ac:picMkLst>
            <pc:docMk/>
            <pc:sldMk cId="220710022" sldId="2147468672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7:26:37.569" v="5510"/>
        <pc:sldMkLst>
          <pc:docMk/>
          <pc:sldMk cId="2303977941" sldId="2147468673"/>
        </pc:sldMkLst>
        <pc:spChg chg="mod">
          <ac:chgData name="Takeuchi, Koichiro" userId="b3848a05-443b-4434-8fa5-7398ca0c03c9" providerId="ADAL" clId="{80B71E5D-E31E-4962-AC9B-BD35B338D1CC}" dt="2024-05-24T07:26:37.569" v="5510"/>
          <ac:spMkLst>
            <pc:docMk/>
            <pc:sldMk cId="2303977941" sldId="2147468673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80B71E5D-E31E-4962-AC9B-BD35B338D1CC}" dt="2024-05-24T07:09:39.095" v="4703" actId="113"/>
          <ac:spMkLst>
            <pc:docMk/>
            <pc:sldMk cId="2303977941" sldId="2147468673"/>
            <ac:spMk id="4" creationId="{E9A71452-0237-A6E3-F7ED-ECC35BAF1C8E}"/>
          </ac:spMkLst>
        </pc:spChg>
        <pc:picChg chg="del">
          <ac:chgData name="Takeuchi, Koichiro" userId="b3848a05-443b-4434-8fa5-7398ca0c03c9" providerId="ADAL" clId="{80B71E5D-E31E-4962-AC9B-BD35B338D1CC}" dt="2024-05-24T07:09:16.241" v="4672" actId="478"/>
          <ac:picMkLst>
            <pc:docMk/>
            <pc:sldMk cId="2303977941" sldId="2147468673"/>
            <ac:picMk id="10" creationId="{11367BA8-45E3-0EBF-0241-092931159DEB}"/>
          </ac:picMkLst>
        </pc:picChg>
      </pc:sldChg>
    </pc:docChg>
  </pc:docChgLst>
  <pc:docChgLst>
    <pc:chgData name="Takeuchi, Koichiro" userId="b3848a05-443b-4434-8fa5-7398ca0c03c9" providerId="ADAL" clId="{8850683F-C5FA-4FC1-A362-4C7EFCA16AE8}"/>
    <pc:docChg chg="undo redo custSel addSld delSld modSld sldOrd delSection modSection">
      <pc:chgData name="Takeuchi, Koichiro" userId="b3848a05-443b-4434-8fa5-7398ca0c03c9" providerId="ADAL" clId="{8850683F-C5FA-4FC1-A362-4C7EFCA16AE8}" dt="2024-06-18T06:51:53.069" v="5336"/>
      <pc:docMkLst>
        <pc:docMk/>
      </pc:docMkLst>
      <pc:sldChg chg="del">
        <pc:chgData name="Takeuchi, Koichiro" userId="b3848a05-443b-4434-8fa5-7398ca0c03c9" providerId="ADAL" clId="{8850683F-C5FA-4FC1-A362-4C7EFCA16AE8}" dt="2024-06-18T04:39:59.641" v="0" actId="47"/>
        <pc:sldMkLst>
          <pc:docMk/>
          <pc:sldMk cId="684610595" sldId="2147468582"/>
        </pc:sldMkLst>
      </pc:sldChg>
      <pc:sldChg chg="del">
        <pc:chgData name="Takeuchi, Koichiro" userId="b3848a05-443b-4434-8fa5-7398ca0c03c9" providerId="ADAL" clId="{8850683F-C5FA-4FC1-A362-4C7EFCA16AE8}" dt="2024-06-18T04:40:00.485" v="1" actId="47"/>
        <pc:sldMkLst>
          <pc:docMk/>
          <pc:sldMk cId="1060982302" sldId="2147468617"/>
        </pc:sldMkLst>
      </pc:sldChg>
      <pc:sldChg chg="del">
        <pc:chgData name="Takeuchi, Koichiro" userId="b3848a05-443b-4434-8fa5-7398ca0c03c9" providerId="ADAL" clId="{8850683F-C5FA-4FC1-A362-4C7EFCA16AE8}" dt="2024-06-18T04:40:35.856" v="17" actId="47"/>
        <pc:sldMkLst>
          <pc:docMk/>
          <pc:sldMk cId="82363970" sldId="2147468621"/>
        </pc:sldMkLst>
      </pc:sldChg>
      <pc:sldChg chg="del">
        <pc:chgData name="Takeuchi, Koichiro" userId="b3848a05-443b-4434-8fa5-7398ca0c03c9" providerId="ADAL" clId="{8850683F-C5FA-4FC1-A362-4C7EFCA16AE8}" dt="2024-06-18T04:40:37.302" v="21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8850683F-C5FA-4FC1-A362-4C7EFCA16AE8}" dt="2024-06-18T04:40:38.143" v="22" actId="47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8850683F-C5FA-4FC1-A362-4C7EFCA16AE8}" dt="2024-06-18T04:40:36.383" v="19" actId="47"/>
        <pc:sldMkLst>
          <pc:docMk/>
          <pc:sldMk cId="4289075547" sldId="2147468643"/>
        </pc:sldMkLst>
      </pc:sldChg>
      <pc:sldChg chg="del">
        <pc:chgData name="Takeuchi, Koichiro" userId="b3848a05-443b-4434-8fa5-7398ca0c03c9" providerId="ADAL" clId="{8850683F-C5FA-4FC1-A362-4C7EFCA16AE8}" dt="2024-06-18T04:40:37.042" v="20" actId="47"/>
        <pc:sldMkLst>
          <pc:docMk/>
          <pc:sldMk cId="4115730665" sldId="2147468645"/>
        </pc:sldMkLst>
      </pc:sldChg>
      <pc:sldChg chg="del">
        <pc:chgData name="Takeuchi, Koichiro" userId="b3848a05-443b-4434-8fa5-7398ca0c03c9" providerId="ADAL" clId="{8850683F-C5FA-4FC1-A362-4C7EFCA16AE8}" dt="2024-06-18T04:40:36.102" v="18" actId="47"/>
        <pc:sldMkLst>
          <pc:docMk/>
          <pc:sldMk cId="654065149" sldId="2147468658"/>
        </pc:sldMkLst>
      </pc:sldChg>
      <pc:sldChg chg="del">
        <pc:chgData name="Takeuchi, Koichiro" userId="b3848a05-443b-4434-8fa5-7398ca0c03c9" providerId="ADAL" clId="{8850683F-C5FA-4FC1-A362-4C7EFCA16AE8}" dt="2024-06-18T04:40:01.737" v="3" actId="47"/>
        <pc:sldMkLst>
          <pc:docMk/>
          <pc:sldMk cId="4160675354" sldId="2147468659"/>
        </pc:sldMkLst>
      </pc:sldChg>
      <pc:sldChg chg="del">
        <pc:chgData name="Takeuchi, Koichiro" userId="b3848a05-443b-4434-8fa5-7398ca0c03c9" providerId="ADAL" clId="{8850683F-C5FA-4FC1-A362-4C7EFCA16AE8}" dt="2024-06-18T04:40:35.319" v="16" actId="47"/>
        <pc:sldMkLst>
          <pc:docMk/>
          <pc:sldMk cId="401433113" sldId="2147468661"/>
        </pc:sldMkLst>
      </pc:sldChg>
      <pc:sldChg chg="del">
        <pc:chgData name="Takeuchi, Koichiro" userId="b3848a05-443b-4434-8fa5-7398ca0c03c9" providerId="ADAL" clId="{8850683F-C5FA-4FC1-A362-4C7EFCA16AE8}" dt="2024-06-18T04:40:01.296" v="2" actId="47"/>
        <pc:sldMkLst>
          <pc:docMk/>
          <pc:sldMk cId="1695821962" sldId="2147468663"/>
        </pc:sldMkLst>
      </pc:sldChg>
      <pc:sldChg chg="del">
        <pc:chgData name="Takeuchi, Koichiro" userId="b3848a05-443b-4434-8fa5-7398ca0c03c9" providerId="ADAL" clId="{8850683F-C5FA-4FC1-A362-4C7EFCA16AE8}" dt="2024-06-18T04:40:02.014" v="4" actId="47"/>
        <pc:sldMkLst>
          <pc:docMk/>
          <pc:sldMk cId="4282457053" sldId="2147468665"/>
        </pc:sldMkLst>
      </pc:sldChg>
      <pc:sldChg chg="del">
        <pc:chgData name="Takeuchi, Koichiro" userId="b3848a05-443b-4434-8fa5-7398ca0c03c9" providerId="ADAL" clId="{8850683F-C5FA-4FC1-A362-4C7EFCA16AE8}" dt="2024-06-18T04:40:02.555" v="5" actId="47"/>
        <pc:sldMkLst>
          <pc:docMk/>
          <pc:sldMk cId="2527263272" sldId="2147468666"/>
        </pc:sldMkLst>
      </pc:sldChg>
      <pc:sldChg chg="del">
        <pc:chgData name="Takeuchi, Koichiro" userId="b3848a05-443b-4434-8fa5-7398ca0c03c9" providerId="ADAL" clId="{8850683F-C5FA-4FC1-A362-4C7EFCA16AE8}" dt="2024-06-18T04:40:03.094" v="6" actId="47"/>
        <pc:sldMkLst>
          <pc:docMk/>
          <pc:sldMk cId="30035279" sldId="2147468667"/>
        </pc:sldMkLst>
      </pc:sldChg>
      <pc:sldChg chg="del">
        <pc:chgData name="Takeuchi, Koichiro" userId="b3848a05-443b-4434-8fa5-7398ca0c03c9" providerId="ADAL" clId="{8850683F-C5FA-4FC1-A362-4C7EFCA16AE8}" dt="2024-06-18T04:40:03.414" v="7" actId="47"/>
        <pc:sldMkLst>
          <pc:docMk/>
          <pc:sldMk cId="908662233" sldId="2147468668"/>
        </pc:sldMkLst>
      </pc:sldChg>
      <pc:sldChg chg="del">
        <pc:chgData name="Takeuchi, Koichiro" userId="b3848a05-443b-4434-8fa5-7398ca0c03c9" providerId="ADAL" clId="{8850683F-C5FA-4FC1-A362-4C7EFCA16AE8}" dt="2024-06-18T04:40:03.625" v="8" actId="47"/>
        <pc:sldMkLst>
          <pc:docMk/>
          <pc:sldMk cId="391420764" sldId="2147468669"/>
        </pc:sldMkLst>
      </pc:sldChg>
      <pc:sldChg chg="del">
        <pc:chgData name="Takeuchi, Koichiro" userId="b3848a05-443b-4434-8fa5-7398ca0c03c9" providerId="ADAL" clId="{8850683F-C5FA-4FC1-A362-4C7EFCA16AE8}" dt="2024-06-18T04:40:04.042" v="9" actId="47"/>
        <pc:sldMkLst>
          <pc:docMk/>
          <pc:sldMk cId="3260510982" sldId="2147468670"/>
        </pc:sldMkLst>
      </pc:sldChg>
      <pc:sldChg chg="del">
        <pc:chgData name="Takeuchi, Koichiro" userId="b3848a05-443b-4434-8fa5-7398ca0c03c9" providerId="ADAL" clId="{8850683F-C5FA-4FC1-A362-4C7EFCA16AE8}" dt="2024-06-18T04:40:04.438" v="10" actId="47"/>
        <pc:sldMkLst>
          <pc:docMk/>
          <pc:sldMk cId="3125140011" sldId="2147468671"/>
        </pc:sldMkLst>
      </pc:sldChg>
      <pc:sldChg chg="del">
        <pc:chgData name="Takeuchi, Koichiro" userId="b3848a05-443b-4434-8fa5-7398ca0c03c9" providerId="ADAL" clId="{8850683F-C5FA-4FC1-A362-4C7EFCA16AE8}" dt="2024-06-18T04:40:05.295" v="12" actId="47"/>
        <pc:sldMkLst>
          <pc:docMk/>
          <pc:sldMk cId="433576511" sldId="2147468674"/>
        </pc:sldMkLst>
      </pc:sldChg>
      <pc:sldChg chg="del">
        <pc:chgData name="Takeuchi, Koichiro" userId="b3848a05-443b-4434-8fa5-7398ca0c03c9" providerId="ADAL" clId="{8850683F-C5FA-4FC1-A362-4C7EFCA16AE8}" dt="2024-06-18T04:40:04.943" v="11" actId="47"/>
        <pc:sldMkLst>
          <pc:docMk/>
          <pc:sldMk cId="866521024" sldId="2147480793"/>
        </pc:sldMkLst>
      </pc:sldChg>
      <pc:sldChg chg="addSp delSp modSp">
        <pc:chgData name="Takeuchi, Koichiro" userId="b3848a05-443b-4434-8fa5-7398ca0c03c9" providerId="ADAL" clId="{8850683F-C5FA-4FC1-A362-4C7EFCA16AE8}" dt="2024-06-18T05:03:24.394" v="774"/>
        <pc:sldMkLst>
          <pc:docMk/>
          <pc:sldMk cId="3876441418" sldId="2147480795"/>
        </pc:sldMkLst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5" creationId="{C01BA6D4-ADA6-E096-C2D4-A34A5F72E9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6" creationId="{C34FCC08-2917-80AF-56AA-8715049CBE75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7" creationId="{78ABBFBD-BC2A-CE88-D25D-3CB8B92CD4A8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8" creationId="{A16301A6-E9B5-770A-E2A2-D3C73EC2F723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6" creationId="{2EC0DBC3-AF95-F872-116B-8354A2C49416}"/>
          </ac:grpSpMkLst>
        </pc:grpChg>
        <pc:cxnChg chg="add mod">
          <ac:chgData name="Takeuchi, Koichiro" userId="b3848a05-443b-4434-8fa5-7398ca0c03c9" providerId="ADAL" clId="{8850683F-C5FA-4FC1-A362-4C7EFCA16AE8}" dt="2024-06-18T05:03:24.394" v="774"/>
          <ac:cxnSpMkLst>
            <pc:docMk/>
            <pc:sldMk cId="3876441418" sldId="2147480795"/>
            <ac:cxnSpMk id="7" creationId="{25ADD710-40D3-3663-5F59-25028F4EE845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del">
        <pc:chgData name="Takeuchi, Koichiro" userId="b3848a05-443b-4434-8fa5-7398ca0c03c9" providerId="ADAL" clId="{8850683F-C5FA-4FC1-A362-4C7EFCA16AE8}" dt="2024-06-18T04:40:34.021" v="14" actId="47"/>
        <pc:sldMkLst>
          <pc:docMk/>
          <pc:sldMk cId="457865810" sldId="2147480800"/>
        </pc:sldMkLst>
      </pc:sldChg>
      <pc:sldChg chg="del">
        <pc:chgData name="Takeuchi, Koichiro" userId="b3848a05-443b-4434-8fa5-7398ca0c03c9" providerId="ADAL" clId="{8850683F-C5FA-4FC1-A362-4C7EFCA16AE8}" dt="2024-06-18T04:40:34.765" v="15" actId="47"/>
        <pc:sldMkLst>
          <pc:docMk/>
          <pc:sldMk cId="1421077284" sldId="2147480801"/>
        </pc:sldMkLst>
      </pc:sldChg>
      <pc:sldChg chg="del">
        <pc:chgData name="Takeuchi, Koichiro" userId="b3848a05-443b-4434-8fa5-7398ca0c03c9" providerId="ADAL" clId="{8850683F-C5FA-4FC1-A362-4C7EFCA16AE8}" dt="2024-06-18T04:40:33.609" v="13" actId="47"/>
        <pc:sldMkLst>
          <pc:docMk/>
          <pc:sldMk cId="2079993822" sldId="2147480802"/>
        </pc:sldMkLst>
      </pc:sldChg>
      <pc:sldChg chg="addSp delSp modSp new mod ord">
        <pc:chgData name="Takeuchi, Koichiro" userId="b3848a05-443b-4434-8fa5-7398ca0c03c9" providerId="ADAL" clId="{8850683F-C5FA-4FC1-A362-4C7EFCA16AE8}" dt="2024-06-18T06:51:53.069" v="5336"/>
        <pc:sldMkLst>
          <pc:docMk/>
          <pc:sldMk cId="1771412347" sldId="2147480805"/>
        </pc:sldMkLst>
        <pc:spChg chg="mod">
          <ac:chgData name="Takeuchi, Koichiro" userId="b3848a05-443b-4434-8fa5-7398ca0c03c9" providerId="ADAL" clId="{8850683F-C5FA-4FC1-A362-4C7EFCA16AE8}" dt="2024-06-18T06:05:43.291" v="3898" actId="1076"/>
          <ac:spMkLst>
            <pc:docMk/>
            <pc:sldMk cId="1771412347" sldId="2147480805"/>
            <ac:spMk id="2" creationId="{C4050E0A-F4AC-8E52-FCEA-9771083801F3}"/>
          </ac:spMkLst>
        </pc:spChg>
        <pc:spChg chg="del">
          <ac:chgData name="Takeuchi, Koichiro" userId="b3848a05-443b-4434-8fa5-7398ca0c03c9" providerId="ADAL" clId="{8850683F-C5FA-4FC1-A362-4C7EFCA16AE8}" dt="2024-06-18T04:41:17.319" v="60" actId="478"/>
          <ac:spMkLst>
            <pc:docMk/>
            <pc:sldMk cId="1771412347" sldId="2147480805"/>
            <ac:spMk id="3" creationId="{51B6A9E3-2DF0-5959-D4F7-225909F7D665}"/>
          </ac:spMkLst>
        </pc:spChg>
        <pc:spChg chg="add del mod">
          <ac:chgData name="Takeuchi, Koichiro" userId="b3848a05-443b-4434-8fa5-7398ca0c03c9" providerId="ADAL" clId="{8850683F-C5FA-4FC1-A362-4C7EFCA16AE8}" dt="2024-06-18T04:41:30.048" v="62" actId="21"/>
          <ac:spMkLst>
            <pc:docMk/>
            <pc:sldMk cId="1771412347" sldId="2147480805"/>
            <ac:spMk id="7" creationId="{7BE03686-6E88-384E-5372-0CE7A7392C0D}"/>
          </ac:spMkLst>
        </pc:spChg>
        <pc:spChg chg="add del mod">
          <ac:chgData name="Takeuchi, Koichiro" userId="b3848a05-443b-4434-8fa5-7398ca0c03c9" providerId="ADAL" clId="{8850683F-C5FA-4FC1-A362-4C7EFCA16AE8}" dt="2024-06-18T04:41:38.600" v="64" actId="21"/>
          <ac:spMkLst>
            <pc:docMk/>
            <pc:sldMk cId="1771412347" sldId="2147480805"/>
            <ac:spMk id="8" creationId="{8CBC6B0D-CF3C-9890-D791-B90822B32D7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850683F-C5FA-4FC1-A362-4C7EFCA16AE8}" dt="2024-06-18T06:23:02.022" v="4640" actId="1035"/>
          <ac:spMkLst>
            <pc:docMk/>
            <pc:sldMk cId="1771412347" sldId="2147480805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1" creationId="{2F6A44E9-3B7D-1E55-A0E1-B656D0009265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2" creationId="{45EE08F6-DEC4-E349-C3D4-3A0D5531142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3" creationId="{F8CADEEC-4DA6-DFCA-EDD3-66F074215B62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4" creationId="{61CFC24B-A4E0-AA0F-B8C0-C72ACD02B496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5" creationId="{9E2C2CC3-C868-A486-19A5-796650E36F44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6" creationId="{037C46BB-6F39-EABB-FE4B-F5D4758A403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7" creationId="{A5CAC6B1-665F-4C40-F148-C1BBFB3F82B8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850683F-C5FA-4FC1-A362-4C7EFCA16AE8}" dt="2024-06-18T05:04:08.786" v="814" actId="255"/>
          <ac:spMkLst>
            <pc:docMk/>
            <pc:sldMk cId="1771412347" sldId="2147480805"/>
            <ac:spMk id="46" creationId="{5F6391F3-D7AB-1690-4273-8B8DFBF2BA2B}"/>
          </ac:spMkLst>
        </pc:spChg>
        <pc:spChg chg="mod">
          <ac:chgData name="Takeuchi, Koichiro" userId="b3848a05-443b-4434-8fa5-7398ca0c03c9" providerId="ADAL" clId="{8850683F-C5FA-4FC1-A362-4C7EFCA16AE8}" dt="2024-06-18T05:03:29.950" v="775"/>
          <ac:spMkLst>
            <pc:docMk/>
            <pc:sldMk cId="1771412347" sldId="2147480805"/>
            <ac:spMk id="49" creationId="{990A331E-FC7E-D78D-4A8F-9AE01422FB1C}"/>
          </ac:spMkLst>
        </pc:spChg>
        <pc:spChg chg="mod">
          <ac:chgData name="Takeuchi, Koichiro" userId="b3848a05-443b-4434-8fa5-7398ca0c03c9" providerId="ADAL" clId="{8850683F-C5FA-4FC1-A362-4C7EFCA16AE8}" dt="2024-06-18T05:04:27.496" v="827"/>
          <ac:spMkLst>
            <pc:docMk/>
            <pc:sldMk cId="1771412347" sldId="2147480805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3" creationId="{ED8B1D29-4FB0-1150-B85E-C70969A5E227}"/>
          </ac:spMkLst>
        </pc:spChg>
        <pc:spChg chg="add del mod">
          <ac:chgData name="Takeuchi, Koichiro" userId="b3848a05-443b-4434-8fa5-7398ca0c03c9" providerId="ADAL" clId="{8850683F-C5FA-4FC1-A362-4C7EFCA16AE8}" dt="2024-06-18T05:14:12.841" v="1169" actId="478"/>
          <ac:spMkLst>
            <pc:docMk/>
            <pc:sldMk cId="1771412347" sldId="2147480805"/>
            <ac:spMk id="54" creationId="{668A0B57-76C5-ECF4-E994-0CBBB7D4212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5" creationId="{41E8A974-E923-D40A-7E1B-AA2555EE71FE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6" creationId="{4FA19F00-B21F-3BDD-EF97-E7645440DF0A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7" creationId="{B593345A-14D5-4B98-302A-DD3400A9E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8" creationId="{A77EE4C5-0A99-CE2A-E26C-FEF30B6F9682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9" creationId="{27870E17-23CC-D8F9-5085-1C5528401C96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0" creationId="{0EECCE46-2E1C-1A88-6933-018E8A5B09E4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1" creationId="{6F57270E-04EC-2C28-D07E-D9A16B20ED7C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2" creationId="{B0C6064B-297C-9AAE-DA4C-40D527739810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3" creationId="{9D66B40B-A76A-5F66-79FE-B57537A8129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4" creationId="{DC255834-7785-8654-E338-60A1CD5AFB2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65" creationId="{FC239252-BB22-9A7C-B315-8A9327338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5:34:56.527" v="1814" actId="20577"/>
          <ac:spMkLst>
            <pc:docMk/>
            <pc:sldMk cId="1771412347" sldId="2147480805"/>
            <ac:spMk id="113" creationId="{68F79C94-0337-A33A-5FAC-0D2D9B6BF4EB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4" creationId="{72EF32CD-6595-FDF7-1CEA-382933E01A4E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5" creationId="{0F845545-C7D4-3EEA-F7B6-55DF32AF1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6" creationId="{9339E03E-D830-5605-6A15-BBFAD6A212C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7" creationId="{9FDDBF6A-FDB0-F596-5A5C-EBF9F9784212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8" creationId="{7C30C3DB-78A1-C2ED-5444-CEA78A3B81D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9" creationId="{0057D7BE-A736-5A50-F9ED-8F8DCE90C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0" creationId="{66307FF8-5EFF-2225-2ECB-9C2BF700ACE3}"/>
          </ac:spMkLst>
        </pc:spChg>
        <pc:spChg chg="add mod">
          <ac:chgData name="Takeuchi, Koichiro" userId="b3848a05-443b-4434-8fa5-7398ca0c03c9" providerId="ADAL" clId="{8850683F-C5FA-4FC1-A362-4C7EFCA16AE8}" dt="2024-06-18T05:45:18.689" v="1902"/>
          <ac:spMkLst>
            <pc:docMk/>
            <pc:sldMk cId="1771412347" sldId="2147480805"/>
            <ac:spMk id="121" creationId="{0C219D7C-CD03-091E-38CC-4B0C1723A785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2" creationId="{B0973A96-D7D1-A5F4-42C8-13E82ACC7F0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3" creationId="{3EC2D7FB-B5A4-2C33-C57E-6CAA4BB16AB1}"/>
          </ac:spMkLst>
        </pc:spChg>
        <pc:spChg chg="add del mod">
          <ac:chgData name="Takeuchi, Koichiro" userId="b3848a05-443b-4434-8fa5-7398ca0c03c9" providerId="ADAL" clId="{8850683F-C5FA-4FC1-A362-4C7EFCA16AE8}" dt="2024-06-18T05:45:51.437" v="1932" actId="478"/>
          <ac:spMkLst>
            <pc:docMk/>
            <pc:sldMk cId="1771412347" sldId="2147480805"/>
            <ac:spMk id="124" creationId="{1ABDE94A-6C9D-76B1-6F88-9C28A189A20F}"/>
          </ac:spMkLst>
        </pc:spChg>
        <pc:spChg chg="add mod">
          <ac:chgData name="Takeuchi, Koichiro" userId="b3848a05-443b-4434-8fa5-7398ca0c03c9" providerId="ADAL" clId="{8850683F-C5FA-4FC1-A362-4C7EFCA16AE8}" dt="2024-06-18T05:45:56.072" v="1933"/>
          <ac:spMkLst>
            <pc:docMk/>
            <pc:sldMk cId="1771412347" sldId="2147480805"/>
            <ac:spMk id="125" creationId="{84971669-AFA5-08B3-0F64-923ACB87BF7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6" creationId="{9C34BE37-5712-0312-387E-039E4CE176BE}"/>
          </ac:spMkLst>
        </pc:spChg>
        <pc:spChg chg="add mod">
          <ac:chgData name="Takeuchi, Koichiro" userId="b3848a05-443b-4434-8fa5-7398ca0c03c9" providerId="ADAL" clId="{8850683F-C5FA-4FC1-A362-4C7EFCA16AE8}" dt="2024-06-18T06:06:44.147" v="3929" actId="113"/>
          <ac:spMkLst>
            <pc:docMk/>
            <pc:sldMk cId="1771412347" sldId="2147480805"/>
            <ac:spMk id="127" creationId="{E59BCDFA-CBB4-C493-4E7D-A88A700D50C3}"/>
          </ac:spMkLst>
        </pc:spChg>
        <pc:spChg chg="mod">
          <ac:chgData name="Takeuchi, Koichiro" userId="b3848a05-443b-4434-8fa5-7398ca0c03c9" providerId="ADAL" clId="{8850683F-C5FA-4FC1-A362-4C7EFCA16AE8}" dt="2024-06-18T05:48:28.731" v="2004" actId="20577"/>
          <ac:spMkLst>
            <pc:docMk/>
            <pc:sldMk cId="1771412347" sldId="2147480805"/>
            <ac:spMk id="130" creationId="{E799E7BF-CED8-DC0B-2C2B-48CBFE3A41D5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131" creationId="{84A66E56-AB3B-0914-5507-82FFF45FA66D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2" creationId="{8BA693BC-1AB8-A885-C41B-05DA4E5D51BF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3" creationId="{B451CDAC-FA02-2CC4-8155-DBF9B7C72A3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4" creationId="{F1EB9C89-9806-1BD0-4EEE-A84FCE106ED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4" creationId="{16758918-22AD-6374-15BE-F1CD112A78B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5" creationId="{320DCEC1-605D-7C8E-90C6-3083ADC680E2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6" creationId="{85526314-52DB-C8EB-6AE2-ED7FFE35C1D5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7" creationId="{60629366-40BE-9C15-189D-BFFAC37E8D2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8" creationId="{457A1190-581B-F5F5-E403-4B850F56603C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9" creationId="{923C83C1-5517-D9F9-8384-DA257F2368A7}"/>
          </ac:spMkLst>
        </pc:spChg>
        <pc:spChg chg="add mod">
          <ac:chgData name="Takeuchi, Koichiro" userId="b3848a05-443b-4434-8fa5-7398ca0c03c9" providerId="ADAL" clId="{8850683F-C5FA-4FC1-A362-4C7EFCA16AE8}" dt="2024-06-18T06:44:13.116" v="5194" actId="20577"/>
          <ac:spMkLst>
            <pc:docMk/>
            <pc:sldMk cId="1771412347" sldId="2147480805"/>
            <ac:spMk id="150" creationId="{FA598032-6B2F-CF69-69B3-63D8EDD92954}"/>
          </ac:spMkLst>
        </pc:spChg>
        <pc:spChg chg="add mod">
          <ac:chgData name="Takeuchi, Koichiro" userId="b3848a05-443b-4434-8fa5-7398ca0c03c9" providerId="ADAL" clId="{8850683F-C5FA-4FC1-A362-4C7EFCA16AE8}" dt="2024-06-18T06:05:28.802" v="3894" actId="20577"/>
          <ac:spMkLst>
            <pc:docMk/>
            <pc:sldMk cId="1771412347" sldId="2147480805"/>
            <ac:spMk id="151" creationId="{0FF48350-7A24-5C0D-A5B4-0C5C12B75F9D}"/>
          </ac:spMkLst>
        </pc:spChg>
        <pc:spChg chg="mod">
          <ac:chgData name="Takeuchi, Koichiro" userId="b3848a05-443b-4434-8fa5-7398ca0c03c9" providerId="ADAL" clId="{8850683F-C5FA-4FC1-A362-4C7EFCA16AE8}" dt="2024-06-18T06:06:02.625" v="3925" actId="20577"/>
          <ac:spMkLst>
            <pc:docMk/>
            <pc:sldMk cId="1771412347" sldId="2147480805"/>
            <ac:spMk id="154" creationId="{E50F3399-8ACD-4FD4-7130-775DFD21ADC6}"/>
          </ac:spMkLst>
        </pc:spChg>
        <pc:spChg chg="mod">
          <ac:chgData name="Takeuchi, Koichiro" userId="b3848a05-443b-4434-8fa5-7398ca0c03c9" providerId="ADAL" clId="{8850683F-C5FA-4FC1-A362-4C7EFCA16AE8}" dt="2024-06-18T06:08:24.369" v="3932"/>
          <ac:spMkLst>
            <pc:docMk/>
            <pc:sldMk cId="1771412347" sldId="2147480805"/>
            <ac:spMk id="157" creationId="{B9AE3DB7-3F36-5A2B-B922-11B927C67121}"/>
          </ac:spMkLst>
        </pc:spChg>
        <pc:spChg chg="add mod">
          <ac:chgData name="Takeuchi, Koichiro" userId="b3848a05-443b-4434-8fa5-7398ca0c03c9" providerId="ADAL" clId="{8850683F-C5FA-4FC1-A362-4C7EFCA16AE8}" dt="2024-06-18T06:51:53.069" v="5336"/>
          <ac:spMkLst>
            <pc:docMk/>
            <pc:sldMk cId="1771412347" sldId="2147480805"/>
            <ac:spMk id="158" creationId="{C14223D6-06D2-9FAE-2B61-E3B943BB4DBF}"/>
          </ac:spMkLst>
        </pc:spChg>
        <pc:spChg chg="add mod">
          <ac:chgData name="Takeuchi, Koichiro" userId="b3848a05-443b-4434-8fa5-7398ca0c03c9" providerId="ADAL" clId="{8850683F-C5FA-4FC1-A362-4C7EFCA16AE8}" dt="2024-06-18T06:29:07.480" v="5026" actId="20577"/>
          <ac:spMkLst>
            <pc:docMk/>
            <pc:sldMk cId="1771412347" sldId="2147480805"/>
            <ac:spMk id="159" creationId="{086B1212-BA80-3FFE-7D6F-ECF5836E50D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60" creationId="{4A663750-C3D9-E3DA-05C4-7D67055C8C13}"/>
          </ac:spMkLst>
        </pc:spChg>
        <pc:spChg chg="add mod">
          <ac:chgData name="Takeuchi, Koichiro" userId="b3848a05-443b-4434-8fa5-7398ca0c03c9" providerId="ADAL" clId="{8850683F-C5FA-4FC1-A362-4C7EFCA16AE8}" dt="2024-06-18T06:29:20.378" v="5083" actId="20577"/>
          <ac:spMkLst>
            <pc:docMk/>
            <pc:sldMk cId="1771412347" sldId="2147480805"/>
            <ac:spMk id="161" creationId="{8340C25A-9915-5E35-D129-78EFA85D940B}"/>
          </ac:spMkLst>
        </pc:spChg>
        <pc:grpChg chg="add del mod">
          <ac:chgData name="Takeuchi, Koichiro" userId="b3848a05-443b-4434-8fa5-7398ca0c03c9" providerId="ADAL" clId="{8850683F-C5FA-4FC1-A362-4C7EFCA16AE8}" dt="2024-06-18T04:59:57.416" v="718" actId="165"/>
          <ac:grpSpMkLst>
            <pc:docMk/>
            <pc:sldMk cId="1771412347" sldId="2147480805"/>
            <ac:grpSpMk id="19" creationId="{4F7736CE-E519-E702-562F-43FE63BFA83E}"/>
          </ac:grpSpMkLst>
        </pc:grpChg>
        <pc:grpChg chg="add del mod">
          <ac:chgData name="Takeuchi, Koichiro" userId="b3848a05-443b-4434-8fa5-7398ca0c03c9" providerId="ADAL" clId="{8850683F-C5FA-4FC1-A362-4C7EFCA16AE8}" dt="2024-06-18T05:01:21.916" v="756" actId="165"/>
          <ac:grpSpMkLst>
            <pc:docMk/>
            <pc:sldMk cId="1771412347" sldId="2147480805"/>
            <ac:grpSpMk id="20" creationId="{6F4BD7E9-4FE3-FA7F-E3A3-846043D98C80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850683F-C5FA-4FC1-A362-4C7EFCA16AE8}" dt="2024-06-18T05:03:33.942" v="777" actId="478"/>
          <ac:grpSpMkLst>
            <pc:docMk/>
            <pc:sldMk cId="1771412347" sldId="2147480805"/>
            <ac:grpSpMk id="47" creationId="{75215EE9-41F5-CDB0-B1F7-2DD7045B50B1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52" creationId="{9B36B912-4FC9-6B3A-63C8-EF7A339D9EF9}"/>
          </ac:grpSpMkLst>
        </pc:grpChg>
        <pc:grpChg chg="add mod">
          <ac:chgData name="Takeuchi, Koichiro" userId="b3848a05-443b-4434-8fa5-7398ca0c03c9" providerId="ADAL" clId="{8850683F-C5FA-4FC1-A362-4C7EFCA16AE8}" dt="2024-06-18T06:08:24.369" v="3932"/>
          <ac:grpSpMkLst>
            <pc:docMk/>
            <pc:sldMk cId="1771412347" sldId="2147480805"/>
            <ac:grpSpMk id="155" creationId="{0A7D4550-F04C-0C22-428D-9F59E0CFE187}"/>
          </ac:grpSpMkLst>
        </pc:grpChg>
        <pc:picChg chg="add del mod">
          <ac:chgData name="Takeuchi, Koichiro" userId="b3848a05-443b-4434-8fa5-7398ca0c03c9" providerId="ADAL" clId="{8850683F-C5FA-4FC1-A362-4C7EFCA16AE8}" dt="2024-06-18T06:28:42.127" v="4896" actId="478"/>
          <ac:picMkLst>
            <pc:docMk/>
            <pc:sldMk cId="1771412347" sldId="2147480805"/>
            <ac:picMk id="162" creationId="{CCC6933A-F063-B141-7563-8F00DF9C35E7}"/>
          </ac:picMkLst>
        </pc:pic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2" creationId="{130F5DBF-645B-D8CF-3BD2-17554BC7521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3" creationId="{9A7CA008-4115-3C2A-02F7-6DD94000A43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8" creationId="{24CAE752-6A1D-0EAD-DA4F-878A0CE2E25B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4" creationId="{FB12DB99-C24E-8C3F-EA03-5094FB7D429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7" creationId="{6777F080-77AD-8A6A-2E84-10D81AE3434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40" creationId="{A73DC07F-7A69-403E-E68C-CED62189C9F2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5" creationId="{E825C2E3-AF80-E9E4-2177-2909ED4C0126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8" creationId="{28291D55-1FBA-074D-D9D2-4C5882F3FE7E}"/>
          </ac:cxnSpMkLst>
        </pc:cxnChg>
        <pc:cxnChg chg="mod">
          <ac:chgData name="Takeuchi, Koichiro" userId="b3848a05-443b-4434-8fa5-7398ca0c03c9" providerId="ADAL" clId="{8850683F-C5FA-4FC1-A362-4C7EFCA16AE8}" dt="2024-06-18T05:04:19.608" v="819"/>
          <ac:cxnSpMkLst>
            <pc:docMk/>
            <pc:sldMk cId="1771412347" sldId="2147480805"/>
            <ac:cxnSpMk id="51" creationId="{8B5CBCEC-C36E-236F-EB94-377E692AF08C}"/>
          </ac:cxnSpMkLst>
        </pc:cxnChg>
        <pc:cxnChg chg="add mod">
          <ac:chgData name="Takeuchi, Koichiro" userId="b3848a05-443b-4434-8fa5-7398ca0c03c9" providerId="ADAL" clId="{8850683F-C5FA-4FC1-A362-4C7EFCA16AE8}" dt="2024-06-18T06:27:44.850" v="4885" actId="14100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add mod">
          <ac:chgData name="Takeuchi, Koichiro" userId="b3848a05-443b-4434-8fa5-7398ca0c03c9" providerId="ADAL" clId="{8850683F-C5FA-4FC1-A362-4C7EFCA16AE8}" dt="2024-06-18T06:27:48.576" v="4886" actId="14100"/>
          <ac:cxnSpMkLst>
            <pc:docMk/>
            <pc:sldMk cId="1771412347" sldId="2147480805"/>
            <ac:cxnSpMk id="76" creationId="{93640FF4-FCF8-3748-6A43-00CACF9219AB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108" creationId="{0CF343DE-43C7-60E6-80F6-30543F5AB3B8}"/>
          </ac:cxnSpMkLst>
        </pc:cxnChg>
        <pc:cxnChg chg="mod">
          <ac:chgData name="Takeuchi, Koichiro" userId="b3848a05-443b-4434-8fa5-7398ca0c03c9" providerId="ADAL" clId="{8850683F-C5FA-4FC1-A362-4C7EFCA16AE8}" dt="2024-06-18T05:34:37.386" v="1788"/>
          <ac:cxnSpMkLst>
            <pc:docMk/>
            <pc:sldMk cId="1771412347" sldId="2147480805"/>
            <ac:cxnSpMk id="112" creationId="{2BAD5B57-FBB2-52CB-4B30-EB14F9F8AEC2}"/>
          </ac:cxnSpMkLst>
        </pc:cxnChg>
        <pc:cxnChg chg="mod">
          <ac:chgData name="Takeuchi, Koichiro" userId="b3848a05-443b-4434-8fa5-7398ca0c03c9" providerId="ADAL" clId="{8850683F-C5FA-4FC1-A362-4C7EFCA16AE8}" dt="2024-06-18T05:48:11.809" v="1957"/>
          <ac:cxnSpMkLst>
            <pc:docMk/>
            <pc:sldMk cId="1771412347" sldId="2147480805"/>
            <ac:cxnSpMk id="129" creationId="{D6817A73-33BE-0770-DE54-5AD495AFD782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8850683F-C5FA-4FC1-A362-4C7EFCA16AE8}" dt="2024-06-18T06:05:41.424" v="3896"/>
          <ac:cxnSpMkLst>
            <pc:docMk/>
            <pc:sldMk cId="1771412347" sldId="2147480805"/>
            <ac:cxnSpMk id="153" creationId="{ABDB66D2-4A16-BAFD-2E86-7E71DCEA59B9}"/>
          </ac:cxnSpMkLst>
        </pc:cxnChg>
        <pc:cxnChg chg="mod">
          <ac:chgData name="Takeuchi, Koichiro" userId="b3848a05-443b-4434-8fa5-7398ca0c03c9" providerId="ADAL" clId="{8850683F-C5FA-4FC1-A362-4C7EFCA16AE8}" dt="2024-06-18T06:08:24.369" v="3932"/>
          <ac:cxnSpMkLst>
            <pc:docMk/>
            <pc:sldMk cId="1771412347" sldId="2147480805"/>
            <ac:cxnSpMk id="156" creationId="{027A8CB5-46F6-4A7A-F165-C19F600B0FAA}"/>
          </ac:cxnSpMkLst>
        </pc:cxnChg>
        <pc:cxnChg chg="add mod">
          <ac:chgData name="Takeuchi, Koichiro" userId="b3848a05-443b-4434-8fa5-7398ca0c03c9" providerId="ADAL" clId="{8850683F-C5FA-4FC1-A362-4C7EFCA16AE8}" dt="2024-06-18T06:28:23.201" v="4889" actId="14100"/>
          <ac:cxnSpMkLst>
            <pc:docMk/>
            <pc:sldMk cId="1771412347" sldId="2147480805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8850683F-C5FA-4FC1-A362-4C7EFCA16AE8}" dt="2024-06-18T06:28:27.423" v="4892" actId="14100"/>
          <ac:cxnSpMkLst>
            <pc:docMk/>
            <pc:sldMk cId="1771412347" sldId="2147480805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8850683F-C5FA-4FC1-A362-4C7EFCA16AE8}" dt="2024-06-18T06:28:36.385" v="4895" actId="14100"/>
          <ac:cxnSpMkLst>
            <pc:docMk/>
            <pc:sldMk cId="1771412347" sldId="2147480805"/>
            <ac:cxnSpMk id="171" creationId="{B69696EF-5163-2F98-655B-096FB4B2E037}"/>
          </ac:cxnSpMkLst>
        </pc:cxnChg>
        <pc:cxnChg chg="add mod">
          <ac:chgData name="Takeuchi, Koichiro" userId="b3848a05-443b-4434-8fa5-7398ca0c03c9" providerId="ADAL" clId="{8850683F-C5FA-4FC1-A362-4C7EFCA16AE8}" dt="2024-06-18T06:39:20.807" v="5182" actId="14100"/>
          <ac:cxnSpMkLst>
            <pc:docMk/>
            <pc:sldMk cId="1771412347" sldId="2147480805"/>
            <ac:cxnSpMk id="174" creationId="{3D78EE41-7334-D7A6-8FF3-88B3046D362C}"/>
          </ac:cxnSpMkLst>
        </pc:cxnChg>
        <pc:cxnChg chg="add mod">
          <ac:chgData name="Takeuchi, Koichiro" userId="b3848a05-443b-4434-8fa5-7398ca0c03c9" providerId="ADAL" clId="{8850683F-C5FA-4FC1-A362-4C7EFCA16AE8}" dt="2024-06-18T06:39:25.448" v="5185" actId="14100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addSp delSp modSp add del mod">
        <pc:chgData name="Takeuchi, Koichiro" userId="b3848a05-443b-4434-8fa5-7398ca0c03c9" providerId="ADAL" clId="{8850683F-C5FA-4FC1-A362-4C7EFCA16AE8}" dt="2024-06-18T06:31:02.895" v="5173" actId="47"/>
        <pc:sldMkLst>
          <pc:docMk/>
          <pc:sldMk cId="645900595" sldId="2147480806"/>
        </pc:sldMkLst>
        <pc:spChg chg="mod">
          <ac:chgData name="Takeuchi, Koichiro" userId="b3848a05-443b-4434-8fa5-7398ca0c03c9" providerId="ADAL" clId="{8850683F-C5FA-4FC1-A362-4C7EFCA16AE8}" dt="2024-06-18T06:08:34.274" v="3962" actId="20577"/>
          <ac:spMkLst>
            <pc:docMk/>
            <pc:sldMk cId="645900595" sldId="2147480806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13:10.120" v="4164" actId="553"/>
          <ac:spMkLst>
            <pc:docMk/>
            <pc:sldMk cId="645900595" sldId="2147480806"/>
            <ac:spMk id="3" creationId="{35DB4864-CF39-26E5-F406-229F4773461B}"/>
          </ac:spMkLst>
        </pc:spChg>
        <pc:spChg chg="del">
          <ac:chgData name="Takeuchi, Koichiro" userId="b3848a05-443b-4434-8fa5-7398ca0c03c9" providerId="ADAL" clId="{8850683F-C5FA-4FC1-A362-4C7EFCA16AE8}" dt="2024-06-18T06:17:04.531" v="4178" actId="478"/>
          <ac:spMkLst>
            <pc:docMk/>
            <pc:sldMk cId="645900595" sldId="2147480806"/>
            <ac:spMk id="4" creationId="{00A5FE04-EC3A-89E5-9EA0-6E07FBF47F13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7" creationId="{3E168155-6323-82A8-DF5F-144CA4ED845D}"/>
          </ac:spMkLst>
        </pc:spChg>
        <pc:spChg chg="add mod">
          <ac:chgData name="Takeuchi, Koichiro" userId="b3848a05-443b-4434-8fa5-7398ca0c03c9" providerId="ADAL" clId="{8850683F-C5FA-4FC1-A362-4C7EFCA16AE8}" dt="2024-06-18T06:12:46.488" v="4153" actId="555"/>
          <ac:spMkLst>
            <pc:docMk/>
            <pc:sldMk cId="645900595" sldId="2147480806"/>
            <ac:spMk id="8" creationId="{74FE9A5E-6471-3857-BE36-CC048BFEB5D0}"/>
          </ac:spMkLst>
        </pc:spChg>
        <pc:spChg chg="del">
          <ac:chgData name="Takeuchi, Koichiro" userId="b3848a05-443b-4434-8fa5-7398ca0c03c9" providerId="ADAL" clId="{8850683F-C5FA-4FC1-A362-4C7EFCA16AE8}" dt="2024-06-18T06:23:05.376" v="4641" actId="478"/>
          <ac:spMkLst>
            <pc:docMk/>
            <pc:sldMk cId="645900595" sldId="2147480806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11:41.936" v="4087" actId="571"/>
          <ac:spMkLst>
            <pc:docMk/>
            <pc:sldMk cId="645900595" sldId="2147480806"/>
            <ac:spMk id="19" creationId="{90A6BA7D-7DE0-5A1E-41EC-73C906349284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20" creationId="{7C1775D5-A0E8-7E42-BAB2-DDA1D523C165}"/>
          </ac:spMkLst>
        </pc:spChg>
        <pc:spChg chg="add mod">
          <ac:chgData name="Takeuchi, Koichiro" userId="b3848a05-443b-4434-8fa5-7398ca0c03c9" providerId="ADAL" clId="{8850683F-C5FA-4FC1-A362-4C7EFCA16AE8}" dt="2024-06-18T06:13:44.866" v="4174" actId="552"/>
          <ac:spMkLst>
            <pc:docMk/>
            <pc:sldMk cId="645900595" sldId="2147480806"/>
            <ac:spMk id="21" creationId="{FE4EF3C7-B1F4-7B59-7035-202A207E979C}"/>
          </ac:spMkLst>
        </pc:spChg>
        <pc:spChg chg="add mod">
          <ac:chgData name="Takeuchi, Koichiro" userId="b3848a05-443b-4434-8fa5-7398ca0c03c9" providerId="ADAL" clId="{8850683F-C5FA-4FC1-A362-4C7EFCA16AE8}" dt="2024-06-18T06:13:32.228" v="4170" actId="552"/>
          <ac:spMkLst>
            <pc:docMk/>
            <pc:sldMk cId="645900595" sldId="2147480806"/>
            <ac:spMk id="24" creationId="{8D73CEC1-788E-F6C2-8FD1-9209830F9557}"/>
          </ac:spMkLst>
        </pc:spChg>
        <pc:spChg chg="add mod">
          <ac:chgData name="Takeuchi, Koichiro" userId="b3848a05-443b-4434-8fa5-7398ca0c03c9" providerId="ADAL" clId="{8850683F-C5FA-4FC1-A362-4C7EFCA16AE8}" dt="2024-06-18T06:13:49.833" v="4175" actId="14100"/>
          <ac:spMkLst>
            <pc:docMk/>
            <pc:sldMk cId="645900595" sldId="2147480806"/>
            <ac:spMk id="25" creationId="{DEBE2E18-AEC2-5234-E09B-1A65FFEC815F}"/>
          </ac:spMkLst>
        </pc:spChg>
        <pc:spChg chg="add mod">
          <ac:chgData name="Takeuchi, Koichiro" userId="b3848a05-443b-4434-8fa5-7398ca0c03c9" providerId="ADAL" clId="{8850683F-C5FA-4FC1-A362-4C7EFCA16AE8}" dt="2024-06-18T06:13:54.218" v="4177" actId="1076"/>
          <ac:spMkLst>
            <pc:docMk/>
            <pc:sldMk cId="645900595" sldId="2147480806"/>
            <ac:spMk id="26" creationId="{FD0AC82A-912B-6829-79A9-50BF8FE3278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29" creationId="{E0365940-ABB9-1947-7729-8D7A182D02C1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30" creationId="{168E0198-DAC9-B87D-E9B8-5E20901C6738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5" creationId="{8A04221F-EAD1-D71E-FFCB-B283890F2DC5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9" creationId="{D0BBDCB0-BAF1-BAAB-7BDE-658F3F9255B2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43" creationId="{52C7E395-5290-89CB-0529-E60D59572C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7" creationId="{A84A167D-B7E2-43FD-E8A1-81B74906802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8" creationId="{7A681819-57B8-20C3-AB65-AEFC10FFF384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9" creationId="{D67A12E4-3BB6-26C0-B33C-A71887E322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54" creationId="{DE60FA66-B8A8-EF3A-24D2-EE50A21A7596}"/>
          </ac:spMkLst>
        </pc:spChg>
        <pc:spChg chg="add mod">
          <ac:chgData name="Takeuchi, Koichiro" userId="b3848a05-443b-4434-8fa5-7398ca0c03c9" providerId="ADAL" clId="{8850683F-C5FA-4FC1-A362-4C7EFCA16AE8}" dt="2024-06-18T06:19:00.584" v="4341" actId="571"/>
          <ac:spMkLst>
            <pc:docMk/>
            <pc:sldMk cId="645900595" sldId="2147480806"/>
            <ac:spMk id="68" creationId="{2B919DB9-7AB7-9491-23B4-5113E8FFF9D0}"/>
          </ac:spMkLst>
        </pc:spChg>
        <pc:spChg chg="add mod">
          <ac:chgData name="Takeuchi, Koichiro" userId="b3848a05-443b-4434-8fa5-7398ca0c03c9" providerId="ADAL" clId="{8850683F-C5FA-4FC1-A362-4C7EFCA16AE8}" dt="2024-06-18T06:23:05.942" v="4642"/>
          <ac:spMkLst>
            <pc:docMk/>
            <pc:sldMk cId="645900595" sldId="2147480806"/>
            <ac:spMk id="69" creationId="{DBF7B602-7868-E9EF-4339-61E03E401D18}"/>
          </ac:spMkLst>
        </pc:spChg>
        <pc:grpChg chg="add del mod">
          <ac:chgData name="Takeuchi, Koichiro" userId="b3848a05-443b-4434-8fa5-7398ca0c03c9" providerId="ADAL" clId="{8850683F-C5FA-4FC1-A362-4C7EFCA16AE8}" dt="2024-06-18T06:17:28.109" v="4181" actId="478"/>
          <ac:grpSpMkLst>
            <pc:docMk/>
            <pc:sldMk cId="645900595" sldId="2147480806"/>
            <ac:grpSpMk id="32" creationId="{261935C0-C43E-FF88-8DF9-6634D746A42B}"/>
          </ac:grpSpMkLst>
        </pc:grpChg>
        <pc:grpChg chg="add del mod">
          <ac:chgData name="Takeuchi, Koichiro" userId="b3848a05-443b-4434-8fa5-7398ca0c03c9" providerId="ADAL" clId="{8850683F-C5FA-4FC1-A362-4C7EFCA16AE8}" dt="2024-06-18T06:17:32.264" v="4183" actId="478"/>
          <ac:grpSpMkLst>
            <pc:docMk/>
            <pc:sldMk cId="645900595" sldId="2147480806"/>
            <ac:grpSpMk id="36" creationId="{518058C8-3184-20FC-D466-86C67D56CFC9}"/>
          </ac:grpSpMkLst>
        </pc:grpChg>
        <pc:grpChg chg="add del mod">
          <ac:chgData name="Takeuchi, Koichiro" userId="b3848a05-443b-4434-8fa5-7398ca0c03c9" providerId="ADAL" clId="{8850683F-C5FA-4FC1-A362-4C7EFCA16AE8}" dt="2024-06-18T06:17:29.530" v="4182" actId="478"/>
          <ac:grpSpMkLst>
            <pc:docMk/>
            <pc:sldMk cId="645900595" sldId="2147480806"/>
            <ac:grpSpMk id="41" creationId="{84357431-6CEA-1D6D-4991-8CCBC36272B0}"/>
          </ac:grpSpMkLst>
        </pc:grp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3" creationId="{397C40D6-DE90-61E4-6C86-3D8F401ADE31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8" creationId="{7D4EC1DD-7DC4-99F2-95FC-77A3B9AC4004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42" creationId="{7E83C75A-2826-B91B-32A9-F6C916EE5A4C}"/>
          </ac:picMkLst>
        </pc:picChg>
      </pc:sldChg>
      <pc:sldChg chg="addSp delSp modSp add mod">
        <pc:chgData name="Takeuchi, Koichiro" userId="b3848a05-443b-4434-8fa5-7398ca0c03c9" providerId="ADAL" clId="{8850683F-C5FA-4FC1-A362-4C7EFCA16AE8}" dt="2024-06-18T06:44:18.082" v="5203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8850683F-C5FA-4FC1-A362-4C7EFCA16AE8}" dt="2024-06-18T06:29:32.366" v="5085"/>
          <ac:spMkLst>
            <pc:docMk/>
            <pc:sldMk cId="3640196775" sldId="2147480807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3" creationId="{5F760918-4DFC-46D7-B199-5248B6F939BB}"/>
          </ac:spMkLst>
        </pc:spChg>
        <pc:spChg chg="add del">
          <ac:chgData name="Takeuchi, Koichiro" userId="b3848a05-443b-4434-8fa5-7398ca0c03c9" providerId="ADAL" clId="{8850683F-C5FA-4FC1-A362-4C7EFCA16AE8}" dt="2024-06-18T06:29:48.030" v="5088" actId="478"/>
          <ac:spMkLst>
            <pc:docMk/>
            <pc:sldMk cId="3640196775" sldId="2147480807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7" creationId="{1A37444A-C75D-88A2-934B-1E575D955758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8" creationId="{D12F9086-A0FA-A7AB-CD55-CE0EBE5312F3}"/>
          </ac:spMkLst>
        </pc:spChg>
        <pc:spChg chg="mod">
          <ac:chgData name="Takeuchi, Koichiro" userId="b3848a05-443b-4434-8fa5-7398ca0c03c9" providerId="ADAL" clId="{8850683F-C5FA-4FC1-A362-4C7EFCA16AE8}" dt="2024-06-18T06:30:02.102" v="5092" actId="20577"/>
          <ac:spMkLst>
            <pc:docMk/>
            <pc:sldMk cId="3640196775" sldId="2147480807"/>
            <ac:spMk id="9" creationId="{B86D8330-0B1A-E587-FA07-0AAE4A76EC6B}"/>
          </ac:spMkLst>
        </pc:spChg>
        <pc:spChg chg="del">
          <ac:chgData name="Takeuchi, Koichiro" userId="b3848a05-443b-4434-8fa5-7398ca0c03c9" providerId="ADAL" clId="{8850683F-C5FA-4FC1-A362-4C7EFCA16AE8}" dt="2024-06-18T06:29:53.209" v="5089" actId="478"/>
          <ac:spMkLst>
            <pc:docMk/>
            <pc:sldMk cId="3640196775" sldId="2147480807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19" creationId="{BE9FF0B7-97D7-7854-357A-7341F03E212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0" creationId="{75CE539C-3F7E-C95A-7CBF-DBCC57026FB6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1" creationId="{695EE845-E928-53E7-251C-A78CDB6F7AF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4" creationId="{A049109C-8A49-771C-3AC7-6FB89FCB8D97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5" creationId="{681C0CCE-694B-CA3F-C30E-105C6D49F114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6" creationId="{4C884B2D-0256-8259-6191-833F2D6271C0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9" creationId="{61DCEDF9-11E9-E17B-25FC-8ED8DE75CE0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0" creationId="{82D21246-BAF7-1C8F-F164-1F5E42BC854D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2" creationId="{EEA71A7B-CBB9-7EE2-BDBF-BF71F8FBC682}"/>
          </ac:spMkLst>
        </pc:spChg>
        <pc:spChg chg="add mod">
          <ac:chgData name="Takeuchi, Koichiro" userId="b3848a05-443b-4434-8fa5-7398ca0c03c9" providerId="ADAL" clId="{8850683F-C5FA-4FC1-A362-4C7EFCA16AE8}" dt="2024-06-18T06:30:29.314" v="5138" actId="14100"/>
          <ac:spMkLst>
            <pc:docMk/>
            <pc:sldMk cId="3640196775" sldId="2147480807"/>
            <ac:spMk id="33" creationId="{9C6CC37E-6839-29CC-2C10-87A230234B33}"/>
          </ac:spMkLst>
        </pc:spChg>
        <pc:spChg chg="add mod">
          <ac:chgData name="Takeuchi, Koichiro" userId="b3848a05-443b-4434-8fa5-7398ca0c03c9" providerId="ADAL" clId="{8850683F-C5FA-4FC1-A362-4C7EFCA16AE8}" dt="2024-06-18T06:30:35.603" v="5147" actId="1036"/>
          <ac:spMkLst>
            <pc:docMk/>
            <pc:sldMk cId="3640196775" sldId="2147480807"/>
            <ac:spMk id="35" creationId="{6370CAED-0E81-E5E6-6914-30B46D6EA618}"/>
          </ac:spMkLst>
        </pc:spChg>
        <pc:spChg chg="add mod">
          <ac:chgData name="Takeuchi, Koichiro" userId="b3848a05-443b-4434-8fa5-7398ca0c03c9" providerId="ADAL" clId="{8850683F-C5FA-4FC1-A362-4C7EFCA16AE8}" dt="2024-06-18T06:30:42.014" v="5153" actId="1036"/>
          <ac:spMkLst>
            <pc:docMk/>
            <pc:sldMk cId="3640196775" sldId="2147480807"/>
            <ac:spMk id="36" creationId="{2032D8DC-857E-E48B-0A32-C0452C358E0E}"/>
          </ac:spMkLst>
        </pc:spChg>
        <pc:spChg chg="add mod">
          <ac:chgData name="Takeuchi, Koichiro" userId="b3848a05-443b-4434-8fa5-7398ca0c03c9" providerId="ADAL" clId="{8850683F-C5FA-4FC1-A362-4C7EFCA16AE8}" dt="2024-06-18T06:30:48.048" v="5162" actId="1035"/>
          <ac:spMkLst>
            <pc:docMk/>
            <pc:sldMk cId="3640196775" sldId="2147480807"/>
            <ac:spMk id="38" creationId="{C2EE3C2F-75B9-6CDA-D76B-4DE8BB19B768}"/>
          </ac:spMkLst>
        </pc:spChg>
        <pc:spChg chg="add mod">
          <ac:chgData name="Takeuchi, Koichiro" userId="b3848a05-443b-4434-8fa5-7398ca0c03c9" providerId="ADAL" clId="{8850683F-C5FA-4FC1-A362-4C7EFCA16AE8}" dt="2024-06-18T06:30:54.610" v="5168" actId="1035"/>
          <ac:spMkLst>
            <pc:docMk/>
            <pc:sldMk cId="3640196775" sldId="2147480807"/>
            <ac:spMk id="39" creationId="{4EDD8B37-F433-658E-DF7D-0E407E460826}"/>
          </ac:spMkLst>
        </pc:spChg>
        <pc:spChg chg="add mod">
          <ac:chgData name="Takeuchi, Koichiro" userId="b3848a05-443b-4434-8fa5-7398ca0c03c9" providerId="ADAL" clId="{8850683F-C5FA-4FC1-A362-4C7EFCA16AE8}" dt="2024-06-18T06:31:00.635" v="5172" actId="1035"/>
          <ac:spMkLst>
            <pc:docMk/>
            <pc:sldMk cId="3640196775" sldId="2147480807"/>
            <ac:spMk id="41" creationId="{C0B8BD80-3E17-1BDF-3F65-100398ADE761}"/>
          </ac:spMkLst>
        </pc:spChg>
        <pc:spChg chg="mod">
          <ac:chgData name="Takeuchi, Koichiro" userId="b3848a05-443b-4434-8fa5-7398ca0c03c9" providerId="ADAL" clId="{8850683F-C5FA-4FC1-A362-4C7EFCA16AE8}" dt="2024-06-18T06:30:08.239" v="5097" actId="20577"/>
          <ac:spMkLst>
            <pc:docMk/>
            <pc:sldMk cId="3640196775" sldId="2147480807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6:44:18.082" v="5203" actId="20577"/>
          <ac:spMkLst>
            <pc:docMk/>
            <pc:sldMk cId="3640196775" sldId="2147480807"/>
            <ac:spMk id="150" creationId="{FA598032-6B2F-CF69-69B3-63D8EDD92954}"/>
          </ac:spMkLst>
        </pc:spChg>
        <pc:cxnChg chg="add mod">
          <ac:chgData name="Takeuchi, Koichiro" userId="b3848a05-443b-4434-8fa5-7398ca0c03c9" providerId="ADAL" clId="{8850683F-C5FA-4FC1-A362-4C7EFCA16AE8}" dt="2024-06-18T06:39:04.419" v="5176" actId="14100"/>
          <ac:cxnSpMkLst>
            <pc:docMk/>
            <pc:sldMk cId="3640196775" sldId="2147480807"/>
            <ac:cxnSpMk id="42" creationId="{9CA0C47B-7B34-659E-ADE8-E2FA5B3DEA26}"/>
          </ac:cxnSpMkLst>
        </pc:cxnChg>
        <pc:cxnChg chg="add mod">
          <ac:chgData name="Takeuchi, Koichiro" userId="b3848a05-443b-4434-8fa5-7398ca0c03c9" providerId="ADAL" clId="{8850683F-C5FA-4FC1-A362-4C7EFCA16AE8}" dt="2024-06-18T06:39:09.769" v="5179" actId="14100"/>
          <ac:cxnSpMkLst>
            <pc:docMk/>
            <pc:sldMk cId="3640196775" sldId="2147480807"/>
            <ac:cxnSpMk id="48" creationId="{559F14CB-7636-AD5E-E4DA-043D130C1BC7}"/>
          </ac:cxnSpMkLst>
        </pc:cxnChg>
      </pc:sldChg>
      <pc:sldMasterChg chg="delSldLayout">
        <pc:chgData name="Takeuchi, Koichiro" userId="b3848a05-443b-4434-8fa5-7398ca0c03c9" providerId="ADAL" clId="{8850683F-C5FA-4FC1-A362-4C7EFCA16AE8}" dt="2024-06-18T04:39:59.641" v="0" actId="47"/>
        <pc:sldMasterMkLst>
          <pc:docMk/>
          <pc:sldMasterMk cId="3905360133" sldId="2147483670"/>
        </pc:sldMasterMkLst>
        <pc:sldLayoutChg chg="del">
          <pc:chgData name="Takeuchi, Koichiro" userId="b3848a05-443b-4434-8fa5-7398ca0c03c9" providerId="ADAL" clId="{8850683F-C5FA-4FC1-A362-4C7EFCA16AE8}" dt="2024-06-18T04:39:59.641" v="0" actId="47"/>
          <pc:sldLayoutMkLst>
            <pc:docMk/>
            <pc:sldMasterMk cId="3905360133" sldId="2147483670"/>
            <pc:sldLayoutMk cId="10825802" sldId="2147483683"/>
          </pc:sldLayoutMkLst>
        </pc:sldLayoutChg>
      </pc:sldMasterChg>
    </pc:docChg>
  </pc:docChgLst>
  <pc:docChgLst>
    <pc:chgData name="Takeuchi, Koichiro" userId="b3848a05-443b-4434-8fa5-7398ca0c03c9" providerId="ADAL" clId="{8AE3A369-E55C-4573-8F49-6E668EF80783}"/>
    <pc:docChg chg="undo redo custSel addSld delSld modSld modSection">
      <pc:chgData name="Takeuchi, Koichiro" userId="b3848a05-443b-4434-8fa5-7398ca0c03c9" providerId="ADAL" clId="{8AE3A369-E55C-4573-8F49-6E668EF80783}" dt="2024-07-12T02:36:44.004" v="21330" actId="255"/>
      <pc:docMkLst>
        <pc:docMk/>
      </pc:docMkLst>
      <pc:sldChg chg="addSp delSp modSp mod">
        <pc:chgData name="Takeuchi, Koichiro" userId="b3848a05-443b-4434-8fa5-7398ca0c03c9" providerId="ADAL" clId="{8AE3A369-E55C-4573-8F49-6E668EF80783}" dt="2024-07-12T00:54:15.937" v="20436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AE3A369-E55C-4573-8F49-6E668EF80783}" dt="2024-07-12T00:54:15.937" v="20436" actId="14100"/>
          <ac:spMkLst>
            <pc:docMk/>
            <pc:sldMk cId="684610595" sldId="2147468582"/>
            <ac:spMk id="4" creationId="{B5C65EEE-FE37-E77F-78A1-E3D65295E7AD}"/>
          </ac:spMkLst>
        </pc:spChg>
        <pc:spChg chg="add del mod">
          <ac:chgData name="Takeuchi, Koichiro" userId="b3848a05-443b-4434-8fa5-7398ca0c03c9" providerId="ADAL" clId="{8AE3A369-E55C-4573-8F49-6E668EF80783}" dt="2024-07-11T06:26:20.279" v="10918" actId="478"/>
          <ac:spMkLst>
            <pc:docMk/>
            <pc:sldMk cId="684610595" sldId="2147468582"/>
            <ac:spMk id="5" creationId="{522A4031-1BE4-B584-9A31-C5DE50986DEE}"/>
          </ac:spMkLst>
        </pc:spChg>
        <pc:spChg chg="mod">
          <ac:chgData name="Takeuchi, Koichiro" userId="b3848a05-443b-4434-8fa5-7398ca0c03c9" providerId="ADAL" clId="{8AE3A369-E55C-4573-8F49-6E668EF80783}" dt="2024-07-11T23:56:15.789" v="18744" actId="20577"/>
          <ac:spMkLst>
            <pc:docMk/>
            <pc:sldMk cId="684610595" sldId="2147468582"/>
            <ac:spMk id="7" creationId="{A22762E2-0815-406B-AB18-FC327E470E5A}"/>
          </ac:spMkLst>
        </pc:spChg>
        <pc:picChg chg="add del mod">
          <ac:chgData name="Takeuchi, Koichiro" userId="b3848a05-443b-4434-8fa5-7398ca0c03c9" providerId="ADAL" clId="{8AE3A369-E55C-4573-8F49-6E668EF80783}" dt="2024-07-11T06:22:11.297" v="10489" actId="478"/>
          <ac:picMkLst>
            <pc:docMk/>
            <pc:sldMk cId="684610595" sldId="2147468582"/>
            <ac:picMk id="6" creationId="{E8526E30-5D8D-A676-3612-7F9234099280}"/>
          </ac:picMkLst>
        </pc:picChg>
      </pc:sldChg>
      <pc:sldChg chg="addSp modSp mod">
        <pc:chgData name="Takeuchi, Koichiro" userId="b3848a05-443b-4434-8fa5-7398ca0c03c9" providerId="ADAL" clId="{8AE3A369-E55C-4573-8F49-6E668EF80783}" dt="2024-07-12T02:36:44.004" v="21330" actId="255"/>
        <pc:sldMkLst>
          <pc:docMk/>
          <pc:sldMk cId="4237770355" sldId="2147468622"/>
        </pc:sldMkLst>
        <pc:spChg chg="add mod">
          <ac:chgData name="Takeuchi, Koichiro" userId="b3848a05-443b-4434-8fa5-7398ca0c03c9" providerId="ADAL" clId="{8AE3A369-E55C-4573-8F49-6E668EF80783}" dt="2024-07-03T11:14:20.625" v="8032" actId="14100"/>
          <ac:spMkLst>
            <pc:docMk/>
            <pc:sldMk cId="4237770355" sldId="2147468622"/>
            <ac:spMk id="2" creationId="{4AA01A73-E4D4-B45E-C9CF-102EC92A9F22}"/>
          </ac:spMkLst>
        </pc:spChg>
        <pc:spChg chg="mod">
          <ac:chgData name="Takeuchi, Koichiro" userId="b3848a05-443b-4434-8fa5-7398ca0c03c9" providerId="ADAL" clId="{8AE3A369-E55C-4573-8F49-6E668EF80783}" dt="2024-07-12T02:36:44.004" v="21330" actId="255"/>
          <ac:spMkLst>
            <pc:docMk/>
            <pc:sldMk cId="4237770355" sldId="2147468622"/>
            <ac:spMk id="7" creationId="{00DBF748-91E7-FD60-93FE-131A3A714861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0:02:17.963" v="19096" actId="404"/>
        <pc:sldMkLst>
          <pc:docMk/>
          <pc:sldMk cId="323859429" sldId="2147480809"/>
        </pc:sldMkLst>
        <pc:spChg chg="mod">
          <ac:chgData name="Takeuchi, Koichiro" userId="b3848a05-443b-4434-8fa5-7398ca0c03c9" providerId="ADAL" clId="{8AE3A369-E55C-4573-8F49-6E668EF80783}" dt="2024-07-12T00:02:17.963" v="19096" actId="404"/>
          <ac:spMkLst>
            <pc:docMk/>
            <pc:sldMk cId="323859429" sldId="2147480809"/>
            <ac:spMk id="2" creationId="{B2CA3B19-52FA-1D26-5F96-0D8707A7B4A4}"/>
          </ac:spMkLst>
        </pc:spChg>
        <pc:spChg chg="del mod">
          <ac:chgData name="Takeuchi, Koichiro" userId="b3848a05-443b-4434-8fa5-7398ca0c03c9" providerId="ADAL" clId="{8AE3A369-E55C-4573-8F49-6E668EF80783}" dt="2024-07-11T06:27:40.009" v="10920" actId="478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8AE3A369-E55C-4573-8F49-6E668EF80783}" dt="2024-07-11T23:57:49.202" v="18909" actId="478"/>
          <ac:spMkLst>
            <pc:docMk/>
            <pc:sldMk cId="323859429" sldId="2147480809"/>
            <ac:spMk id="4" creationId="{9A1F3862-8EA7-A7E5-0CE3-8AABCA3E7DEA}"/>
          </ac:spMkLst>
        </pc:spChg>
        <pc:spChg chg="add del mod">
          <ac:chgData name="Takeuchi, Koichiro" userId="b3848a05-443b-4434-8fa5-7398ca0c03c9" providerId="ADAL" clId="{8AE3A369-E55C-4573-8F49-6E668EF80783}" dt="2024-07-03T00:45:16.466" v="256" actId="478"/>
          <ac:spMkLst>
            <pc:docMk/>
            <pc:sldMk cId="323859429" sldId="2147480809"/>
            <ac:spMk id="4" creationId="{F457F9E4-B4CF-A26F-77FF-709F2E73F552}"/>
          </ac:spMkLst>
        </pc:spChg>
        <pc:spChg chg="mod">
          <ac:chgData name="Takeuchi, Koichiro" userId="b3848a05-443b-4434-8fa5-7398ca0c03c9" providerId="ADAL" clId="{8AE3A369-E55C-4573-8F49-6E668EF80783}" dt="2024-07-11T23:56:33.858" v="18764" actId="20577"/>
          <ac:spMkLst>
            <pc:docMk/>
            <pc:sldMk cId="323859429" sldId="2147480809"/>
            <ac:spMk id="8" creationId="{3211E286-9CA2-4B1C-C0C0-D5C29F350A00}"/>
          </ac:spMkLst>
        </pc:spChg>
        <pc:spChg chg="mod">
          <ac:chgData name="Takeuchi, Koichiro" userId="b3848a05-443b-4434-8fa5-7398ca0c03c9" providerId="ADAL" clId="{8AE3A369-E55C-4573-8F49-6E668EF80783}" dt="2024-07-04T01:13:00.823" v="10239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8AE3A369-E55C-4573-8F49-6E668EF80783}" dt="2024-07-11T23:57:43.574" v="1890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8AE3A369-E55C-4573-8F49-6E668EF80783}" dt="2024-07-03T00:47:44.347" v="367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3.304" v="18752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8AE3A369-E55C-4573-8F49-6E668EF80783}" dt="2024-07-11T23:56:23.304" v="18752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7.467" v="18760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8AE3A369-E55C-4573-8F49-6E668EF80783}" dt="2024-07-11T23:56:27.467" v="18760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7:56.226" v="18914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8AE3A369-E55C-4573-8F49-6E668EF80783}" dt="2024-07-11T23:57:56.226" v="18914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28.726" v="20272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8AE3A369-E55C-4573-8F49-6E668EF80783}" dt="2024-07-12T00:51:28.726" v="20272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36.052" v="20277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8AE3A369-E55C-4573-8F49-6E668EF80783}" dt="2024-07-12T00:51:36.052" v="20277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2:36:34.835" v="21329" actId="404"/>
        <pc:sldMkLst>
          <pc:docMk/>
          <pc:sldMk cId="2654425851" sldId="2147480826"/>
        </pc:sldMkLst>
        <pc:spChg chg="mod">
          <ac:chgData name="Takeuchi, Koichiro" userId="b3848a05-443b-4434-8fa5-7398ca0c03c9" providerId="ADAL" clId="{8AE3A369-E55C-4573-8F49-6E668EF80783}" dt="2024-07-12T02:36:34.835" v="21329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8AE3A369-E55C-4573-8F49-6E668EF80783}" dt="2024-07-03T11:12:22.293" v="7914" actId="20577"/>
          <ac:spMkLst>
            <pc:docMk/>
            <pc:sldMk cId="2654425851" sldId="2147480826"/>
            <ac:spMk id="9" creationId="{0F43399E-64F5-49DB-5661-038B37BF014F}"/>
          </ac:spMkLst>
        </pc:spChg>
      </pc:sldChg>
      <pc:sldChg chg="delSp modSp mod">
        <pc:chgData name="Takeuchi, Koichiro" userId="b3848a05-443b-4434-8fa5-7398ca0c03c9" providerId="ADAL" clId="{8AE3A369-E55C-4573-8F49-6E668EF80783}" dt="2024-07-12T02:36:22.900" v="21327" actId="404"/>
        <pc:sldMkLst>
          <pc:docMk/>
          <pc:sldMk cId="3308295739" sldId="2147480828"/>
        </pc:sldMkLst>
        <pc:spChg chg="mod">
          <ac:chgData name="Takeuchi, Koichiro" userId="b3848a05-443b-4434-8fa5-7398ca0c03c9" providerId="ADAL" clId="{8AE3A369-E55C-4573-8F49-6E668EF80783}" dt="2024-07-12T02:36:22.900" v="21327" actId="404"/>
          <ac:spMkLst>
            <pc:docMk/>
            <pc:sldMk cId="3308295739" sldId="2147480828"/>
            <ac:spMk id="2" creationId="{1AB4CFF1-42CD-ACEA-E74C-1EDC16198BA8}"/>
          </ac:spMkLst>
        </pc:spChg>
        <pc:spChg chg="del">
          <ac:chgData name="Takeuchi, Koichiro" userId="b3848a05-443b-4434-8fa5-7398ca0c03c9" providerId="ADAL" clId="{8AE3A369-E55C-4573-8F49-6E668EF80783}" dt="2024-07-03T11:21:09.732" v="8480" actId="478"/>
          <ac:spMkLst>
            <pc:docMk/>
            <pc:sldMk cId="3308295739" sldId="2147480828"/>
            <ac:spMk id="7" creationId="{DF14A8A7-F1CE-4347-E4C8-984AEE651925}"/>
          </ac:spMkLst>
        </pc:spChg>
      </pc:sldChg>
      <pc:sldChg chg="modSp mod">
        <pc:chgData name="Takeuchi, Koichiro" userId="b3848a05-443b-4434-8fa5-7398ca0c03c9" providerId="ADAL" clId="{8AE3A369-E55C-4573-8F49-6E668EF80783}" dt="2024-07-12T02:36:28.935" v="21328" actId="404"/>
        <pc:sldMkLst>
          <pc:docMk/>
          <pc:sldMk cId="3580450898" sldId="2147480829"/>
        </pc:sldMkLst>
        <pc:spChg chg="mod">
          <ac:chgData name="Takeuchi, Koichiro" userId="b3848a05-443b-4434-8fa5-7398ca0c03c9" providerId="ADAL" clId="{8AE3A369-E55C-4573-8F49-6E668EF80783}" dt="2024-07-12T02:36:28.935" v="21328" actId="404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8AE3A369-E55C-4573-8F49-6E668EF80783}" dt="2024-07-03T11:36:00.692" v="8757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8AE3A369-E55C-4573-8F49-6E668EF80783}" dt="2024-07-03T11:21:36.814" v="8481" actId="20577"/>
          <ac:spMkLst>
            <pc:docMk/>
            <pc:sldMk cId="3580450898" sldId="2147480829"/>
            <ac:spMk id="4" creationId="{7BB57390-B03C-647E-6657-7990F778F52F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2:21:45.586" v="21224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8AE3A369-E55C-4573-8F49-6E668EF80783}" dt="2024-07-12T00:02:22.800" v="19097" actId="404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8AE3A369-E55C-4573-8F49-6E668EF80783}" dt="2024-07-11T23:58:23.204" v="18944" actId="20577"/>
          <ac:spMkLst>
            <pc:docMk/>
            <pc:sldMk cId="2091009357" sldId="2147480830"/>
            <ac:spMk id="3" creationId="{9E89FA11-8A6A-E7A0-58F7-719585938EF4}"/>
          </ac:spMkLst>
        </pc:spChg>
        <pc:spChg chg="mod">
          <ac:chgData name="Takeuchi, Koichiro" userId="b3848a05-443b-4434-8fa5-7398ca0c03c9" providerId="ADAL" clId="{8AE3A369-E55C-4573-8F49-6E668EF80783}" dt="2024-07-11T23:58:00.393" v="18919" actId="20577"/>
          <ac:spMkLst>
            <pc:docMk/>
            <pc:sldMk cId="2091009357" sldId="2147480830"/>
            <ac:spMk id="4" creationId="{DA0D1BCD-D64A-A21F-43D3-F982DCF0ABA1}"/>
          </ac:spMkLst>
        </pc:spChg>
        <pc:spChg chg="add del mod">
          <ac:chgData name="Takeuchi, Koichiro" userId="b3848a05-443b-4434-8fa5-7398ca0c03c9" providerId="ADAL" clId="{8AE3A369-E55C-4573-8F49-6E668EF80783}" dt="2024-07-11T06:30:22.884" v="11023" actId="478"/>
          <ac:spMkLst>
            <pc:docMk/>
            <pc:sldMk cId="2091009357" sldId="2147480830"/>
            <ac:spMk id="9" creationId="{1891528F-6FA5-C524-6A22-18CF89D19104}"/>
          </ac:spMkLst>
        </pc:spChg>
        <pc:spChg chg="add mod">
          <ac:chgData name="Takeuchi, Koichiro" userId="b3848a05-443b-4434-8fa5-7398ca0c03c9" providerId="ADAL" clId="{8AE3A369-E55C-4573-8F49-6E668EF80783}" dt="2024-07-11T06:40:40.110" v="11708" actId="14100"/>
          <ac:spMkLst>
            <pc:docMk/>
            <pc:sldMk cId="2091009357" sldId="2147480830"/>
            <ac:spMk id="11" creationId="{3D2C8A37-48AE-8E76-8264-E5A57258EE7A}"/>
          </ac:spMkLst>
        </pc:spChg>
        <pc:spChg chg="add del mod">
          <ac:chgData name="Takeuchi, Koichiro" userId="b3848a05-443b-4434-8fa5-7398ca0c03c9" providerId="ADAL" clId="{8AE3A369-E55C-4573-8F49-6E668EF80783}" dt="2024-07-03T11:26:27.801" v="8618" actId="478"/>
          <ac:spMkLst>
            <pc:docMk/>
            <pc:sldMk cId="2091009357" sldId="2147480830"/>
            <ac:spMk id="29" creationId="{33263DEC-6023-5330-3B8F-5DDA2FCF80E5}"/>
          </ac:spMkLst>
        </pc:spChg>
        <pc:spChg chg="mod">
          <ac:chgData name="Takeuchi, Koichiro" userId="b3848a05-443b-4434-8fa5-7398ca0c03c9" providerId="ADAL" clId="{8AE3A369-E55C-4573-8F49-6E668EF80783}" dt="2024-07-11T06:32:25.953" v="11103" actId="20577"/>
          <ac:spMkLst>
            <pc:docMk/>
            <pc:sldMk cId="2091009357" sldId="2147480830"/>
            <ac:spMk id="35" creationId="{98BD3226-E4CE-4491-14D7-94E99E75AD90}"/>
          </ac:spMkLst>
        </pc:spChg>
        <pc:spChg chg="mod">
          <ac:chgData name="Takeuchi, Koichiro" userId="b3848a05-443b-4434-8fa5-7398ca0c03c9" providerId="ADAL" clId="{8AE3A369-E55C-4573-8F49-6E668EF80783}" dt="2024-07-12T02:21:45.586" v="21224" actId="20577"/>
          <ac:spMkLst>
            <pc:docMk/>
            <pc:sldMk cId="2091009357" sldId="2147480830"/>
            <ac:spMk id="36" creationId="{C6E0FCCB-ED58-5A73-95F7-5CEA3CC79C7D}"/>
          </ac:spMkLst>
        </pc:spChg>
        <pc:spChg chg="add del">
          <ac:chgData name="Takeuchi, Koichiro" userId="b3848a05-443b-4434-8fa5-7398ca0c03c9" providerId="ADAL" clId="{8AE3A369-E55C-4573-8F49-6E668EF80783}" dt="2024-07-03T00:53:23.800" v="643" actId="478"/>
          <ac:spMkLst>
            <pc:docMk/>
            <pc:sldMk cId="2091009357" sldId="2147480830"/>
            <ac:spMk id="37" creationId="{025FD6C4-7A51-A19B-064F-EF915E3C564C}"/>
          </ac:spMkLst>
        </pc:spChg>
        <pc:spChg chg="mod topLvl">
          <ac:chgData name="Takeuchi, Koichiro" userId="b3848a05-443b-4434-8fa5-7398ca0c03c9" providerId="ADAL" clId="{8AE3A369-E55C-4573-8F49-6E668EF80783}" dt="2024-07-03T00:51:37.745" v="623" actId="165"/>
          <ac:spMkLst>
            <pc:docMk/>
            <pc:sldMk cId="2091009357" sldId="2147480830"/>
            <ac:spMk id="41" creationId="{561FE3DC-36C4-1185-CB12-3E8C8BCE24CE}"/>
          </ac:spMkLst>
        </pc:spChg>
        <pc:spChg chg="mod topLvl">
          <ac:chgData name="Takeuchi, Koichiro" userId="b3848a05-443b-4434-8fa5-7398ca0c03c9" providerId="ADAL" clId="{8AE3A369-E55C-4573-8F49-6E668EF80783}" dt="2024-07-12T01:55:34.007" v="20665" actId="20577"/>
          <ac:spMkLst>
            <pc:docMk/>
            <pc:sldMk cId="2091009357" sldId="2147480830"/>
            <ac:spMk id="48" creationId="{1C6BD4CC-447B-D0E2-F390-3DEDF1BD455F}"/>
          </ac:spMkLst>
        </pc:spChg>
        <pc:spChg chg="mod topLvl">
          <ac:chgData name="Takeuchi, Koichiro" userId="b3848a05-443b-4434-8fa5-7398ca0c03c9" providerId="ADAL" clId="{8AE3A369-E55C-4573-8F49-6E668EF80783}" dt="2024-07-03T00:54:52.091" v="675" actId="12789"/>
          <ac:spMkLst>
            <pc:docMk/>
            <pc:sldMk cId="2091009357" sldId="2147480830"/>
            <ac:spMk id="49" creationId="{67009D97-F9A5-F933-451D-C62EAE9FD9BE}"/>
          </ac:spMkLst>
        </pc:spChg>
        <pc:grpChg chg="del">
          <ac:chgData name="Takeuchi, Koichiro" userId="b3848a05-443b-4434-8fa5-7398ca0c03c9" providerId="ADAL" clId="{8AE3A369-E55C-4573-8F49-6E668EF80783}" dt="2024-07-03T00:51:37.745" v="623" actId="165"/>
          <ac:grpSpMkLst>
            <pc:docMk/>
            <pc:sldMk cId="2091009357" sldId="2147480830"/>
            <ac:grpSpMk id="50" creationId="{E9AD9524-7630-5F86-94DF-E58F6EB84E5F}"/>
          </ac:grpSpMkLst>
        </pc:grpChg>
        <pc:picChg chg="add mod">
          <ac:chgData name="Takeuchi, Koichiro" userId="b3848a05-443b-4434-8fa5-7398ca0c03c9" providerId="ADAL" clId="{8AE3A369-E55C-4573-8F49-6E668EF80783}" dt="2024-07-03T00:50:13.847" v="607" actId="1035"/>
          <ac:picMkLst>
            <pc:docMk/>
            <pc:sldMk cId="2091009357" sldId="2147480830"/>
            <ac:picMk id="10" creationId="{F52BB1F5-E806-CC91-F6B8-DAEC61FA7B73}"/>
          </ac:picMkLst>
        </pc:picChg>
        <pc:picChg chg="add mod">
          <ac:chgData name="Takeuchi, Koichiro" userId="b3848a05-443b-4434-8fa5-7398ca0c03c9" providerId="ADAL" clId="{8AE3A369-E55C-4573-8F49-6E668EF80783}" dt="2024-07-03T00:51:47.355" v="640" actId="1037"/>
          <ac:picMkLst>
            <pc:docMk/>
            <pc:sldMk cId="2091009357" sldId="2147480830"/>
            <ac:picMk id="12" creationId="{18E2DB79-FCB2-7767-82ED-22F4CFAF9B0E}"/>
          </ac:picMkLst>
        </pc:picChg>
        <pc:picChg chg="add del mod">
          <ac:chgData name="Takeuchi, Koichiro" userId="b3848a05-443b-4434-8fa5-7398ca0c03c9" providerId="ADAL" clId="{8AE3A369-E55C-4573-8F49-6E668EF80783}" dt="2024-07-03T00:53:25.340" v="644" actId="478"/>
          <ac:picMkLst>
            <pc:docMk/>
            <pc:sldMk cId="2091009357" sldId="2147480830"/>
            <ac:picMk id="14" creationId="{79FCA03D-F955-A2D1-7187-6F200CDD48F7}"/>
          </ac:picMkLst>
        </pc:picChg>
        <pc:picChg chg="add del mod">
          <ac:chgData name="Takeuchi, Koichiro" userId="b3848a05-443b-4434-8fa5-7398ca0c03c9" providerId="ADAL" clId="{8AE3A369-E55C-4573-8F49-6E668EF80783}" dt="2024-07-03T00:54:00.412" v="661" actId="478"/>
          <ac:picMkLst>
            <pc:docMk/>
            <pc:sldMk cId="2091009357" sldId="2147480830"/>
            <ac:picMk id="17" creationId="{FC721F39-F601-55A1-86EA-316C68870F04}"/>
          </ac:picMkLst>
        </pc:picChg>
        <pc:picChg chg="add mod">
          <ac:chgData name="Takeuchi, Koichiro" userId="b3848a05-443b-4434-8fa5-7398ca0c03c9" providerId="ADAL" clId="{8AE3A369-E55C-4573-8F49-6E668EF80783}" dt="2024-07-03T00:54:55.674" v="682" actId="1037"/>
          <ac:picMkLst>
            <pc:docMk/>
            <pc:sldMk cId="2091009357" sldId="2147480830"/>
            <ac:picMk id="19" creationId="{4F12E714-ABD5-DEC3-2B76-25B6595E1105}"/>
          </ac:picMkLst>
        </pc:picChg>
      </pc:sldChg>
      <pc:sldChg chg="addSp delSp modSp del mod modShow">
        <pc:chgData name="Takeuchi, Koichiro" userId="b3848a05-443b-4434-8fa5-7398ca0c03c9" providerId="ADAL" clId="{8AE3A369-E55C-4573-8F49-6E668EF80783}" dt="2024-07-11T07:55:29.887" v="16635" actId="47"/>
        <pc:sldMkLst>
          <pc:docMk/>
          <pc:sldMk cId="1256059550" sldId="2147480831"/>
        </pc:sldMkLst>
        <pc:spChg chg="mod">
          <ac:chgData name="Takeuchi, Koichiro" userId="b3848a05-443b-4434-8fa5-7398ca0c03c9" providerId="ADAL" clId="{8AE3A369-E55C-4573-8F49-6E668EF80783}" dt="2024-07-11T07:21:08.646" v="13737" actId="20577"/>
          <ac:spMkLst>
            <pc:docMk/>
            <pc:sldMk cId="1256059550" sldId="2147480831"/>
            <ac:spMk id="2" creationId="{C4050E0A-F4AC-8E52-FCEA-9771083801F3}"/>
          </ac:spMkLst>
        </pc:spChg>
        <pc:spChg chg="add del mod">
          <ac:chgData name="Takeuchi, Koichiro" userId="b3848a05-443b-4434-8fa5-7398ca0c03c9" providerId="ADAL" clId="{8AE3A369-E55C-4573-8F49-6E668EF80783}" dt="2024-07-11T06:40:49.508" v="11709" actId="478"/>
          <ac:spMkLst>
            <pc:docMk/>
            <pc:sldMk cId="1256059550" sldId="2147480831"/>
            <ac:spMk id="3" creationId="{49F411EC-8BF7-2ACD-A1B3-5F6F2D993F16}"/>
          </ac:spMkLst>
        </pc:spChg>
        <pc:spChg chg="mod">
          <ac:chgData name="Takeuchi, Koichiro" userId="b3848a05-443b-4434-8fa5-7398ca0c03c9" providerId="ADAL" clId="{8AE3A369-E55C-4573-8F49-6E668EF80783}" dt="2024-07-11T06:50:31.936" v="12314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1T07:21:13.136" v="13738" actId="478"/>
          <ac:spMkLst>
            <pc:docMk/>
            <pc:sldMk cId="1256059550" sldId="2147480831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06:58:28.216" v="12631" actId="478"/>
          <ac:spMkLst>
            <pc:docMk/>
            <pc:sldMk cId="1256059550" sldId="2147480831"/>
            <ac:spMk id="7" creationId="{216E948D-DE26-98E9-6D0F-CD05CA56C62E}"/>
          </ac:spMkLst>
        </pc:spChg>
        <pc:spChg chg="add del">
          <ac:chgData name="Takeuchi, Koichiro" userId="b3848a05-443b-4434-8fa5-7398ca0c03c9" providerId="ADAL" clId="{8AE3A369-E55C-4573-8F49-6E668EF80783}" dt="2024-07-03T11:26:29.280" v="8619" actId="478"/>
          <ac:spMkLst>
            <pc:docMk/>
            <pc:sldMk cId="1256059550" sldId="2147480831"/>
            <ac:spMk id="7" creationId="{545A7ACF-B9D1-EEAA-3F01-B786CDD791AC}"/>
          </ac:spMkLst>
        </pc:spChg>
        <pc:spChg chg="mod topLvl">
          <ac:chgData name="Takeuchi, Koichiro" userId="b3848a05-443b-4434-8fa5-7398ca0c03c9" providerId="ADAL" clId="{8AE3A369-E55C-4573-8F49-6E668EF80783}" dt="2024-07-03T00:57:13.852" v="700" actId="5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03T00:57:17.055" v="701" actId="553"/>
          <ac:spMkLst>
            <pc:docMk/>
            <pc:sldMk cId="1256059550" sldId="2147480831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03T00:59:07.048" v="807" actId="1035"/>
          <ac:spMkLst>
            <pc:docMk/>
            <pc:sldMk cId="1256059550" sldId="2147480831"/>
            <ac:spMk id="14" creationId="{EFA41AAB-2D04-0717-2656-A5F1F1A09AEE}"/>
          </ac:spMkLst>
        </pc:spChg>
        <pc:spChg chg="add del mod">
          <ac:chgData name="Takeuchi, Koichiro" userId="b3848a05-443b-4434-8fa5-7398ca0c03c9" providerId="ADAL" clId="{8AE3A369-E55C-4573-8F49-6E668EF80783}" dt="2024-07-11T06:59:09.927" v="12715" actId="478"/>
          <ac:spMkLst>
            <pc:docMk/>
            <pc:sldMk cId="1256059550" sldId="2147480831"/>
            <ac:spMk id="19" creationId="{FD3B4997-3DD1-1F86-EDB8-D20478577061}"/>
          </ac:spMkLst>
        </pc:spChg>
        <pc:spChg chg="mod topLvl">
          <ac:chgData name="Takeuchi, Koichiro" userId="b3848a05-443b-4434-8fa5-7398ca0c03c9" providerId="ADAL" clId="{8AE3A369-E55C-4573-8F49-6E668EF80783}" dt="2024-07-03T00:57:06.029" v="698" actId="555"/>
          <ac:spMkLst>
            <pc:docMk/>
            <pc:sldMk cId="1256059550" sldId="214748083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6:49:58.805" v="12311" actId="20577"/>
          <ac:spMkLst>
            <pc:docMk/>
            <pc:sldMk cId="1256059550" sldId="2147480831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1T06:45:19.552" v="12037" actId="20577"/>
          <ac:spMkLst>
            <pc:docMk/>
            <pc:sldMk cId="1256059550" sldId="2147480831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1T06:47:45.360" v="12306" actId="20577"/>
          <ac:spMkLst>
            <pc:docMk/>
            <pc:sldMk cId="1256059550" sldId="2147480831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1T07:05:30.106" v="12930" actId="20577"/>
          <ac:spMkLst>
            <pc:docMk/>
            <pc:sldMk cId="1256059550" sldId="2147480831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07:00:13.284" v="12810" actId="20577"/>
          <ac:spMkLst>
            <pc:docMk/>
            <pc:sldMk cId="1256059550" sldId="2147480831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06:59:03.846" v="12714" actId="20577"/>
          <ac:spMkLst>
            <pc:docMk/>
            <pc:sldMk cId="1256059550" sldId="2147480831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06:59:29.389" v="12760" actId="20577"/>
          <ac:spMkLst>
            <pc:docMk/>
            <pc:sldMk cId="1256059550" sldId="2147480831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07:01:16.051" v="12878" actId="20577"/>
          <ac:spMkLst>
            <pc:docMk/>
            <pc:sldMk cId="1256059550" sldId="2147480831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03T01:00:29.873" v="820" actId="20577"/>
          <ac:spMkLst>
            <pc:docMk/>
            <pc:sldMk cId="1256059550" sldId="2147480831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07:01:30.726" v="12914" actId="20577"/>
          <ac:spMkLst>
            <pc:docMk/>
            <pc:sldMk cId="1256059550" sldId="2147480831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03T01:01:09.934" v="851" actId="20577"/>
          <ac:spMkLst>
            <pc:docMk/>
            <pc:sldMk cId="1256059550" sldId="2147480831"/>
            <ac:spMk id="217" creationId="{040B7B0C-2E0B-336E-FC0D-9741329C79D8}"/>
          </ac:spMkLst>
        </pc:spChg>
        <pc:spChg chg="mod topLvl">
          <ac:chgData name="Takeuchi, Koichiro" userId="b3848a05-443b-4434-8fa5-7398ca0c03c9" providerId="ADAL" clId="{8AE3A369-E55C-4573-8F49-6E668EF80783}" dt="2024-07-11T06:46:09.502" v="12062" actId="20577"/>
          <ac:spMkLst>
            <pc:docMk/>
            <pc:sldMk cId="1256059550" sldId="2147480831"/>
            <ac:spMk id="222" creationId="{35CDF988-BC75-346A-892B-F1012C18B7ED}"/>
          </ac:spMkLst>
        </pc:spChg>
        <pc:spChg chg="mod">
          <ac:chgData name="Takeuchi, Koichiro" userId="b3848a05-443b-4434-8fa5-7398ca0c03c9" providerId="ADAL" clId="{8AE3A369-E55C-4573-8F49-6E668EF80783}" dt="2024-07-11T07:00:41.409" v="12862" actId="20577"/>
          <ac:spMkLst>
            <pc:docMk/>
            <pc:sldMk cId="1256059550" sldId="2147480831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25" creationId="{513D32F9-642B-3EFA-3570-EFC5C5499E57}"/>
          </ac:spMkLst>
        </pc:spChg>
        <pc:spChg chg="mod">
          <ac:chgData name="Takeuchi, Koichiro" userId="b3848a05-443b-4434-8fa5-7398ca0c03c9" providerId="ADAL" clId="{8AE3A369-E55C-4573-8F49-6E668EF80783}" dt="2024-07-03T01:00:50.792" v="829" actId="20577"/>
          <ac:spMkLst>
            <pc:docMk/>
            <pc:sldMk cId="1256059550" sldId="2147480831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5" creationId="{8DF0C800-9480-1D55-C3A5-A90B83D54F6D}"/>
          </ac:spMkLst>
        </pc:spChg>
        <pc:spChg chg="mod topLvl">
          <ac:chgData name="Takeuchi, Koichiro" userId="b3848a05-443b-4434-8fa5-7398ca0c03c9" providerId="ADAL" clId="{8AE3A369-E55C-4573-8F49-6E668EF80783}" dt="2024-07-11T06:47:21.254" v="12248" actId="20577"/>
          <ac:spMkLst>
            <pc:docMk/>
            <pc:sldMk cId="1256059550" sldId="2147480831"/>
            <ac:spMk id="307" creationId="{A30F2A7E-74DF-AB94-8078-83D7E13CCB00}"/>
          </ac:spMkLst>
        </pc:spChg>
        <pc:spChg chg="mod">
          <ac:chgData name="Takeuchi, Koichiro" userId="b3848a05-443b-4434-8fa5-7398ca0c03c9" providerId="ADAL" clId="{8AE3A369-E55C-4573-8F49-6E668EF80783}" dt="2024-07-11T07:06:06.613" v="12990" actId="20577"/>
          <ac:spMkLst>
            <pc:docMk/>
            <pc:sldMk cId="1256059550" sldId="2147480831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03T00:57:01.966" v="696" actId="165"/>
          <ac:grpSpMkLst>
            <pc:docMk/>
            <pc:sldMk cId="1256059550" sldId="214748083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6" creationId="{700CCA30-8242-5458-5993-8558AF2A708C}"/>
          </ac:grpSpMkLst>
        </pc:grpChg>
        <pc:grpChg chg="mod topLv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253" creationId="{57EDF151-EDB9-13C6-5073-717E1CB3AEBB}"/>
          </ac:grpSpMkLst>
        </pc:grpChg>
        <pc:picChg chg="add mod">
          <ac:chgData name="Takeuchi, Koichiro" userId="b3848a05-443b-4434-8fa5-7398ca0c03c9" providerId="ADAL" clId="{8AE3A369-E55C-4573-8F49-6E668EF80783}" dt="2024-07-03T00:57:06.029" v="698" actId="555"/>
          <ac:picMkLst>
            <pc:docMk/>
            <pc:sldMk cId="1256059550" sldId="2147480831"/>
            <ac:picMk id="8" creationId="{5D68DA90-B67E-55DC-F4BC-AD4AFF3E6148}"/>
          </ac:picMkLst>
        </pc:picChg>
        <pc:picChg chg="add mod">
          <ac:chgData name="Takeuchi, Koichiro" userId="b3848a05-443b-4434-8fa5-7398ca0c03c9" providerId="ADAL" clId="{8AE3A369-E55C-4573-8F49-6E668EF80783}" dt="2024-07-03T00:57:13.852" v="700" actId="555"/>
          <ac:picMkLst>
            <pc:docMk/>
            <pc:sldMk cId="1256059550" sldId="2147480831"/>
            <ac:picMk id="10" creationId="{BE5EFDB0-217F-F65B-CE02-B3E34096D7EA}"/>
          </ac:picMkLst>
        </pc:picChg>
        <pc:picChg chg="add mod">
          <ac:chgData name="Takeuchi, Koichiro" userId="b3848a05-443b-4434-8fa5-7398ca0c03c9" providerId="ADAL" clId="{8AE3A369-E55C-4573-8F49-6E668EF80783}" dt="2024-07-03T00:57:17.055" v="701" actId="553"/>
          <ac:picMkLst>
            <pc:docMk/>
            <pc:sldMk cId="1256059550" sldId="2147480831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4T03:16:49.220" v="10375" actId="165"/>
          <ac:cxnSpMkLst>
            <pc:docMk/>
            <pc:sldMk cId="1256059550" sldId="2147480831"/>
            <ac:cxnSpMk id="254" creationId="{5C861572-EEC9-BBEF-2F11-DFB023AA7061}"/>
          </ac:cxnSpMkLst>
        </pc:cxnChg>
      </pc:sldChg>
      <pc:sldChg chg="addSp delSp modSp del mod">
        <pc:chgData name="Takeuchi, Koichiro" userId="b3848a05-443b-4434-8fa5-7398ca0c03c9" providerId="ADAL" clId="{8AE3A369-E55C-4573-8F49-6E668EF80783}" dt="2024-07-11T23:28:30.504" v="17527" actId="47"/>
        <pc:sldMkLst>
          <pc:docMk/>
          <pc:sldMk cId="3440771626" sldId="2147480832"/>
        </pc:sldMkLst>
        <pc:spChg chg="add mod">
          <ac:chgData name="Takeuchi, Koichiro" userId="b3848a05-443b-4434-8fa5-7398ca0c03c9" providerId="ADAL" clId="{8AE3A369-E55C-4573-8F49-6E668EF80783}" dt="2024-07-11T07:08:41.544" v="13097" actId="20577"/>
          <ac:spMkLst>
            <pc:docMk/>
            <pc:sldMk cId="3440771626" sldId="214748083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11:30.483" v="13176" actId="1076"/>
          <ac:spMkLst>
            <pc:docMk/>
            <pc:sldMk cId="3440771626" sldId="2147480832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03T01:09:04.111" v="872" actId="20577"/>
          <ac:spMkLst>
            <pc:docMk/>
            <pc:sldMk cId="3440771626" sldId="2147480832"/>
            <ac:spMk id="9" creationId="{B86D8330-0B1A-E587-FA07-0AAE4A76EC6B}"/>
          </ac:spMkLst>
        </pc:spChg>
        <pc:spChg chg="add 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11" creationId="{D376799E-BBF7-F544-CFA1-BFB4EB99088D}"/>
          </ac:spMkLst>
        </pc:spChg>
        <pc:spChg chg="add mod">
          <ac:chgData name="Takeuchi, Koichiro" userId="b3848a05-443b-4434-8fa5-7398ca0c03c9" providerId="ADAL" clId="{8AE3A369-E55C-4573-8F49-6E668EF80783}" dt="2024-07-11T07:11:52.878" v="13221" actId="14100"/>
          <ac:spMkLst>
            <pc:docMk/>
            <pc:sldMk cId="3440771626" sldId="2147480832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6" creationId="{1DA32650-B045-D9BC-3CCD-DDEEDB2D602D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8" creationId="{0EDA5138-D410-C67E-2E37-6B97332AEEAC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9" creationId="{978C9B17-67C8-E6DD-A757-00973BE33D30}"/>
          </ac:spMkLst>
        </pc:spChg>
        <pc:spChg chg="add mod">
          <ac:chgData name="Takeuchi, Koichiro" userId="b3848a05-443b-4434-8fa5-7398ca0c03c9" providerId="ADAL" clId="{8AE3A369-E55C-4573-8F49-6E668EF80783}" dt="2024-07-11T07:17:23.929" v="13631" actId="20577"/>
          <ac:spMkLst>
            <pc:docMk/>
            <pc:sldMk cId="3440771626" sldId="2147480832"/>
            <ac:spMk id="30" creationId="{DC79760C-355C-E00E-F8C9-BF089296F00E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1" creationId="{F9C953D7-060B-4103-0A38-78D36EFCE9DF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2" creationId="{EA3D5716-DA44-36C3-FC91-611D3BEF2DC1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3" creationId="{42702711-B423-8CC4-51E5-EA10A15B4813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7" creationId="{78CE2519-3690-9D0C-EBDA-40E10BFFA4B6}"/>
          </ac:spMkLst>
        </pc:spChg>
        <pc:spChg chg="mod">
          <ac:chgData name="Takeuchi, Koichiro" userId="b3848a05-443b-4434-8fa5-7398ca0c03c9" providerId="ADAL" clId="{8AE3A369-E55C-4573-8F49-6E668EF80783}" dt="2024-07-11T07:13:42.673" v="13243" actId="20577"/>
          <ac:spMkLst>
            <pc:docMk/>
            <pc:sldMk cId="3440771626" sldId="2147480832"/>
            <ac:spMk id="38" creationId="{5DEB7BA9-9E32-B9D5-263B-C3DB1357F0A4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9" creationId="{80627AC9-02C1-4AD6-42AA-2390DD110274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0" creationId="{85C6D18A-C021-EB48-F30E-47ADFA9791B9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1" creationId="{ED086DC3-4B3A-142A-7F46-60A4CEC174BC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2" creationId="{B8080A17-2410-D0B5-BAB5-06262A35607F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3" creationId="{0A9FC8A7-B932-2551-075A-B7962C8FA380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8" creationId="{CECBC456-FFEF-6176-F4CA-C75F5D0B31EA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53" creationId="{D64545CF-0FDC-31D7-C419-55F774764529}"/>
          </ac:spMkLst>
        </pc:spChg>
        <pc:spChg chg="mod">
          <ac:chgData name="Takeuchi, Koichiro" userId="b3848a05-443b-4434-8fa5-7398ca0c03c9" providerId="ADAL" clId="{8AE3A369-E55C-4573-8F49-6E668EF80783}" dt="2024-07-03T10:47:49.536" v="6392" actId="1582"/>
          <ac:spMkLst>
            <pc:docMk/>
            <pc:sldMk cId="3440771626" sldId="2147480832"/>
            <ac:spMk id="57" creationId="{8CB8B048-6EAE-0492-6BF5-326113B693F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8" creationId="{AABD8749-57B8-AF52-1FB7-26C4A59ED27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9" creationId="{6001F6B1-87D8-4D8B-EC90-8427622B5573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0" creationId="{A5C6F4A6-C728-042C-D90A-E5F90C3F283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6" creationId="{5ABF45A9-CCB1-66DA-C124-C0E52D599EA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7" creationId="{886FD268-E29F-3C85-6C72-CD6DC97276EB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8" creationId="{E52D3180-113A-9911-EA73-5CFAAAED888F}"/>
          </ac:spMkLst>
        </pc:spChg>
        <pc:spChg chg="del">
          <ac:chgData name="Takeuchi, Koichiro" userId="b3848a05-443b-4434-8fa5-7398ca0c03c9" providerId="ADAL" clId="{8AE3A369-E55C-4573-8F49-6E668EF80783}" dt="2024-07-11T07:10:13.440" v="13099" actId="478"/>
          <ac:spMkLst>
            <pc:docMk/>
            <pc:sldMk cId="3440771626" sldId="2147480832"/>
            <ac:spMk id="73" creationId="{24229A36-26B6-143E-63E1-F8AF144C6AC1}"/>
          </ac:spMkLst>
        </pc:spChg>
        <pc:spChg chg="mod">
          <ac:chgData name="Takeuchi, Koichiro" userId="b3848a05-443b-4434-8fa5-7398ca0c03c9" providerId="ADAL" clId="{8AE3A369-E55C-4573-8F49-6E668EF80783}" dt="2024-07-11T07:13:19.435" v="13237" actId="14100"/>
          <ac:spMkLst>
            <pc:docMk/>
            <pc:sldMk cId="3440771626" sldId="2147480832"/>
            <ac:spMk id="74" creationId="{C3E3AD82-E1D5-D1A1-56BB-1922A92AC7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8" creationId="{2B563CE4-997C-0671-1FC0-EF6FB12FF81E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9" creationId="{662C7231-C89D-AD70-52F5-24E6573A6A5A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1" creationId="{7CC81AB1-594D-AFC0-78BD-DD411977738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2" creationId="{7196C57E-D78B-E515-F1E1-EC3D446F391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3" creationId="{1A18D167-BC4A-F171-4B12-2CE48CBFEE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4" creationId="{07B6781A-0002-6C91-118A-9595F68C98A9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5" creationId="{3090B859-B839-0E03-1FF5-529BE25B523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6" creationId="{F57B6D85-F5F5-2003-1A35-08ABD8FDC9F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7" creationId="{AA240F69-AE43-A9F6-02D9-3B3597305FD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8" creationId="{F4F321B6-A683-A81D-33EC-FA0B944FF201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9" creationId="{E8F97E9A-8132-2D11-6001-9A3F3AECEF9F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2" creationId="{35CDF988-BC75-346A-892B-F1012C18B7E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5" creationId="{513D32F9-642B-3EFA-3570-EFC5C5499E57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24:30.928" v="1787" actId="165"/>
          <ac:spMkLst>
            <pc:docMk/>
            <pc:sldMk cId="3440771626" sldId="2147480832"/>
            <ac:spMk id="255" creationId="{8DF0C800-9480-1D55-C3A5-A90B83D54F6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307" creationId="{A30F2A7E-74DF-AB94-8078-83D7E13CCB00}"/>
          </ac:spMkLst>
        </pc:spChg>
        <pc:grpChg chg="mod">
          <ac:chgData name="Takeuchi, Koichiro" userId="b3848a05-443b-4434-8fa5-7398ca0c03c9" providerId="ADAL" clId="{8AE3A369-E55C-4573-8F49-6E668EF80783}" dt="2024-07-11T07:10:33.893" v="13165" actId="408"/>
          <ac:grpSpMkLst>
            <pc:docMk/>
            <pc:sldMk cId="3440771626" sldId="2147480832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3T01:24:30.928" v="1787" actId="165"/>
          <ac:grpSpMkLst>
            <pc:docMk/>
            <pc:sldMk cId="3440771626" sldId="2147480832"/>
            <ac:grpSpMk id="6" creationId="{700CCA30-8242-5458-5993-8558AF2A708C}"/>
          </ac:grpSpMkLst>
        </pc:grpChg>
        <pc:grpChg chg="add mod">
          <ac:chgData name="Takeuchi, Koichiro" userId="b3848a05-443b-4434-8fa5-7398ca0c03c9" providerId="ADAL" clId="{8AE3A369-E55C-4573-8F49-6E668EF80783}" dt="2024-07-03T01:09:32.204" v="882" actId="1035"/>
          <ac:grpSpMkLst>
            <pc:docMk/>
            <pc:sldMk cId="3440771626" sldId="2147480832"/>
            <ac:grpSpMk id="7" creationId="{E336E46D-2C2A-708A-9009-89BDEB85DDBC}"/>
          </ac:grpSpMkLst>
        </pc:grpChg>
        <pc:grpChg chg="mod">
          <ac:chgData name="Takeuchi, Koichiro" userId="b3848a05-443b-4434-8fa5-7398ca0c03c9" providerId="ADAL" clId="{8AE3A369-E55C-4573-8F49-6E668EF80783}" dt="2024-07-11T07:10:28.316" v="13164" actId="1038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07:11:22.391" v="13173" actId="14100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07:12:21.450" v="13235" actId="14100"/>
          <ac:grpSpMkLst>
            <pc:docMk/>
            <pc:sldMk cId="3440771626" sldId="2147480832"/>
            <ac:grpSpMk id="50" creationId="{ACEFCF3C-2616-77E0-F8EF-14862CC5C5D9}"/>
          </ac:grpSpMkLst>
        </pc:grpChg>
        <pc:grpChg chg="del mod topLvl">
          <ac:chgData name="Takeuchi, Koichiro" userId="b3848a05-443b-4434-8fa5-7398ca0c03c9" providerId="ADAL" clId="{8AE3A369-E55C-4573-8F49-6E668EF80783}" dt="2024-07-11T06:50:49.950" v="12315" actId="478"/>
          <ac:grpSpMkLst>
            <pc:docMk/>
            <pc:sldMk cId="3440771626" sldId="2147480832"/>
            <ac:grpSpMk id="253" creationId="{57EDF151-EDB9-13C6-5073-717E1CB3AEBB}"/>
          </ac:grpSpMkLst>
        </pc:grpChg>
        <pc:picChg chg="add del mod">
          <ac:chgData name="Takeuchi, Koichiro" userId="b3848a05-443b-4434-8fa5-7398ca0c03c9" providerId="ADAL" clId="{8AE3A369-E55C-4573-8F49-6E668EF80783}" dt="2024-07-11T07:11:16.393" v="13172" actId="478"/>
          <ac:picMkLst>
            <pc:docMk/>
            <pc:sldMk cId="3440771626" sldId="2147480832"/>
            <ac:picMk id="10" creationId="{1A572791-1210-CE80-87E4-E89AC22DB5C1}"/>
          </ac:picMkLst>
        </pc:pic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1T07:13:19.435" v="13237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11T07:11:03.242" v="13170" actId="14100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11T07:11:09.785" v="13171" actId="14100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24:30.928" v="1787" actId="165"/>
          <ac:cxnSpMkLst>
            <pc:docMk/>
            <pc:sldMk cId="3440771626" sldId="2147480832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11T06:51:10.360" v="12318" actId="478"/>
          <ac:cxnSpMkLst>
            <pc:docMk/>
            <pc:sldMk cId="3440771626" sldId="2147480832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8:24.069" v="20565" actId="1076"/>
        <pc:sldMkLst>
          <pc:docMk/>
          <pc:sldMk cId="4048553935" sldId="2147480833"/>
        </pc:sldMkLst>
        <pc:spChg chg="mod">
          <ac:chgData name="Takeuchi, Koichiro" userId="b3848a05-443b-4434-8fa5-7398ca0c03c9" providerId="ADAL" clId="{8AE3A369-E55C-4573-8F49-6E668EF80783}" dt="2024-07-12T00:02:41.156" v="19101" actId="404"/>
          <ac:spMkLst>
            <pc:docMk/>
            <pc:sldMk cId="4048553935" sldId="2147480833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9:11.173" v="19024" actId="20577"/>
          <ac:spMkLst>
            <pc:docMk/>
            <pc:sldMk cId="4048553935" sldId="2147480833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03T01:24:37.613" v="1789" actId="1076"/>
          <ac:spMkLst>
            <pc:docMk/>
            <pc:sldMk cId="4048553935" sldId="2147480833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6" creationId="{C2568709-3613-50F7-E24F-25302E80B19C}"/>
          </ac:spMkLst>
        </pc:spChg>
        <pc:spChg chg="add del mod">
          <ac:chgData name="Takeuchi, Koichiro" userId="b3848a05-443b-4434-8fa5-7398ca0c03c9" providerId="ADAL" clId="{8AE3A369-E55C-4573-8F49-6E668EF80783}" dt="2024-07-03T10:28:58.605" v="5500" actId="478"/>
          <ac:spMkLst>
            <pc:docMk/>
            <pc:sldMk cId="4048553935" sldId="2147480833"/>
            <ac:spMk id="6" creationId="{EF58D58B-91E7-9BE7-919D-1DCD6B7B10F0}"/>
          </ac:spMkLst>
        </pc:spChg>
        <pc:spChg chg="del">
          <ac:chgData name="Takeuchi, Koichiro" userId="b3848a05-443b-4434-8fa5-7398ca0c03c9" providerId="ADAL" clId="{8AE3A369-E55C-4573-8F49-6E668EF80783}" dt="2024-07-03T01:14:50.057" v="1314" actId="478"/>
          <ac:spMkLst>
            <pc:docMk/>
            <pc:sldMk cId="4048553935" sldId="2147480833"/>
            <ac:spMk id="7" creationId="{545A7ACF-B9D1-EEAA-3F01-B786CDD791AC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7" creationId="{FDB5C035-5C42-3749-E7F8-532EF2D9112C}"/>
          </ac:spMkLst>
        </pc:spChg>
        <pc:spChg chg="add mod ord">
          <ac:chgData name="Takeuchi, Koichiro" userId="b3848a05-443b-4434-8fa5-7398ca0c03c9" providerId="ADAL" clId="{8AE3A369-E55C-4573-8F49-6E668EF80783}" dt="2024-07-03T10:34:04.070" v="5640" actId="166"/>
          <ac:spMkLst>
            <pc:docMk/>
            <pc:sldMk cId="4048553935" sldId="2147480833"/>
            <ac:spMk id="8" creationId="{C0E637D8-E78D-3CB8-DD4A-8FEC858C1A94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9" creationId="{7D613C7A-A2E6-268A-62E8-B2BC0D0FF0F5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10" creationId="{F2F677A4-4DCF-7BA6-86A3-62943AF9BAC1}"/>
          </ac:spMkLst>
        </pc:spChg>
        <pc:spChg chg="add mod">
          <ac:chgData name="Takeuchi, Koichiro" userId="b3848a05-443b-4434-8fa5-7398ca0c03c9" providerId="ADAL" clId="{8AE3A369-E55C-4573-8F49-6E668EF80783}" dt="2024-07-03T11:30:29.358" v="8631" actId="208"/>
          <ac:spMkLst>
            <pc:docMk/>
            <pc:sldMk cId="4048553935" sldId="2147480833"/>
            <ac:spMk id="11" creationId="{0FFB9ADA-42A4-8006-6EEB-3E138A678307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2" creationId="{45EE08F6-DEC4-E349-C3D4-3A0D55311423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2" creationId="{9600964C-C933-CD21-D6C4-26CD09653D7F}"/>
          </ac:spMkLst>
        </pc:spChg>
        <pc:spChg chg="add del mod">
          <ac:chgData name="Takeuchi, Koichiro" userId="b3848a05-443b-4434-8fa5-7398ca0c03c9" providerId="ADAL" clId="{8AE3A369-E55C-4573-8F49-6E668EF80783}" dt="2024-07-03T10:34:38.256" v="5646" actId="478"/>
          <ac:spMkLst>
            <pc:docMk/>
            <pc:sldMk cId="4048553935" sldId="2147480833"/>
            <ac:spMk id="12" creationId="{DC1B8B49-8B2A-643F-6E7F-7B0A756D0EA8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3" creationId="{21D780A7-B960-4434-A847-9048E6FF26B4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4" creationId="{44CD1C24-3350-0235-0EC4-1A3E738F7A79}"/>
          </ac:spMkLst>
        </pc:spChg>
        <pc:spChg chg="del">
          <ac:chgData name="Takeuchi, Koichiro" userId="b3848a05-443b-4434-8fa5-7398ca0c03c9" providerId="ADAL" clId="{8AE3A369-E55C-4573-8F49-6E668EF80783}" dt="2024-07-03T01:14:39.895" v="1311" actId="478"/>
          <ac:spMkLst>
            <pc:docMk/>
            <pc:sldMk cId="4048553935" sldId="2147480833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5" creationId="{1E1D342F-0594-BE79-1C64-81C5EB7B0FFF}"/>
          </ac:spMkLst>
        </pc:spChg>
        <pc:spChg chg="mod topLvl">
          <ac:chgData name="Takeuchi, Koichiro" userId="b3848a05-443b-4434-8fa5-7398ca0c03c9" providerId="ADAL" clId="{8AE3A369-E55C-4573-8F49-6E668EF80783}" dt="2024-07-03T10:36:58.437" v="5819" actId="20577"/>
          <ac:spMkLst>
            <pc:docMk/>
            <pc:sldMk cId="4048553935" sldId="2147480833"/>
            <ac:spMk id="16" creationId="{7FCF0E5E-1F19-3185-C141-A5BE671C7B15}"/>
          </ac:spMkLst>
        </pc:spChg>
        <pc:spChg chg="del mod topLvl">
          <ac:chgData name="Takeuchi, Koichiro" userId="b3848a05-443b-4434-8fa5-7398ca0c03c9" providerId="ADAL" clId="{8AE3A369-E55C-4573-8F49-6E668EF80783}" dt="2024-07-03T10:35:02.622" v="5651" actId="478"/>
          <ac:spMkLst>
            <pc:docMk/>
            <pc:sldMk cId="4048553935" sldId="2147480833"/>
            <ac:spMk id="17" creationId="{77C333A5-09F8-889F-022B-FA082B5B511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7" creationId="{DF4C559D-D981-0904-117D-12E33A80D630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8" creationId="{7422DC1E-681E-7405-EE3D-1E0A7D8F4DD2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18" creationId="{B2C7A117-D55E-EF28-E016-AD6F9845F5C9}"/>
          </ac:spMkLst>
        </pc:spChg>
        <pc:spChg chg="mod">
          <ac:chgData name="Takeuchi, Koichiro" userId="b3848a05-443b-4434-8fa5-7398ca0c03c9" providerId="ADAL" clId="{8AE3A369-E55C-4573-8F49-6E668EF80783}" dt="2024-07-12T00:00:10.806" v="19065" actId="20577"/>
          <ac:spMkLst>
            <pc:docMk/>
            <pc:sldMk cId="4048553935" sldId="2147480833"/>
            <ac:spMk id="20" creationId="{D192C52C-576B-2748-47A5-A50393D62D26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22" creationId="{62CC717A-5A94-D33F-33AE-6D412C9D869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2" creationId="{E3C38DEA-7E85-1AA7-91C7-8E70128791EA}"/>
          </ac:spMkLst>
        </pc:spChg>
        <pc:spChg chg="add mod">
          <ac:chgData name="Takeuchi, Koichiro" userId="b3848a05-443b-4434-8fa5-7398ca0c03c9" providerId="ADAL" clId="{8AE3A369-E55C-4573-8F49-6E668EF80783}" dt="2024-07-03T11:30:37.230" v="8632" actId="208"/>
          <ac:spMkLst>
            <pc:docMk/>
            <pc:sldMk cId="4048553935" sldId="2147480833"/>
            <ac:spMk id="23" creationId="{07609FEF-6838-93C2-4660-8221F445D9C9}"/>
          </ac:spMkLst>
        </pc:spChg>
        <pc:spChg chg="add mod">
          <ac:chgData name="Takeuchi, Koichiro" userId="b3848a05-443b-4434-8fa5-7398ca0c03c9" providerId="ADAL" clId="{8AE3A369-E55C-4573-8F49-6E668EF80783}" dt="2024-07-03T10:47:58.689" v="6394" actId="1582"/>
          <ac:spMkLst>
            <pc:docMk/>
            <pc:sldMk cId="4048553935" sldId="2147480833"/>
            <ac:spMk id="25" creationId="{F023A492-9DAF-BE19-05B8-996206114230}"/>
          </ac:spMkLst>
        </pc:spChg>
        <pc:spChg chg="mod">
          <ac:chgData name="Takeuchi, Koichiro" userId="b3848a05-443b-4434-8fa5-7398ca0c03c9" providerId="ADAL" clId="{8AE3A369-E55C-4573-8F49-6E668EF80783}" dt="2024-07-03T01:24:53.747" v="1794" actId="165"/>
          <ac:spMkLst>
            <pc:docMk/>
            <pc:sldMk cId="4048553935" sldId="2147480833"/>
            <ac:spMk id="26" creationId="{2A0BEBC1-3926-5791-E072-D5E323549DEE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7" creationId="{5D3067A1-69FC-C60E-A67B-287AEDEFD7FA}"/>
          </ac:spMkLst>
        </pc:spChg>
        <pc:spChg chg="add mod topLvl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28" creationId="{510DA44F-02B5-7AF2-814A-D16A3DD4846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29" creationId="{9DAE2696-52E4-67EB-674A-E5289C91652E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0" creationId="{D07BFEEC-92E2-72C4-E8D5-3E227B064688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1" creationId="{E72F0E76-16CC-8AC2-A68C-5440BD678842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2" creationId="{C464F41F-2A60-B1E0-85F3-A288757537DC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3" creationId="{8D774EA4-80B7-0473-0A01-03208167E01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4" creationId="{495779AA-0B6A-BAF4-DC47-92E1DE94398D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5" creationId="{F12AD671-0833-F58A-9CD7-DB7B5965F594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6" creationId="{3061A659-358A-11D8-67A3-909B619B34A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7" creationId="{07A85324-BB1D-1DA4-42FD-F22B70743A7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8" creationId="{70128370-8098-ABE3-4B63-77E4C364755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9" creationId="{11628D6F-0F90-92F0-16BC-F690CE2D9A0B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0" creationId="{01A019AC-7EF6-C9C4-77E7-B8D9B577E6A0}"/>
          </ac:spMkLst>
        </pc:spChg>
        <pc:spChg chg="add 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41" creationId="{4C24F8FA-3580-DBD9-5474-7C52EADE9C8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2" creationId="{7B5BC3BB-1150-A9EE-0E00-6A9EE0121F3D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3" creationId="{19A87071-085C-0C71-B16A-96D8F451777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4" creationId="{FED3F289-7A0B-DA76-03AC-06B7FA847CC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5" creationId="{32FF10FC-CD44-BFB7-14F1-99A2A2C3A169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6" creationId="{FCC8EEAF-28B9-9FCA-F77C-CF91F3FC74C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7" creationId="{4C9018D0-6749-806E-FD41-7B3722E4803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8" creationId="{E14C1DC2-0328-A4C2-9E67-57FB19BA09E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49" creationId="{A75C6212-14F7-8248-16B4-8C6FF8EB5BF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50" creationId="{CB8E9E37-1612-F267-41BF-C75B2C9FC81E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3" creationId="{69F9B7B4-9037-9389-C720-9D3F7FB92155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54" creationId="{20E8816E-B6F2-6649-AE24-63169D4C7A4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5" creationId="{471C1036-55B1-00A6-EF71-3B3CA3B2CC00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6" creationId="{CB18D79F-F01C-DA1F-64C9-1A07FD5FB997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7" creationId="{9A8A523C-F519-8EDF-2BFE-39D3D400E8B6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8" creationId="{AF262FBE-E372-52E8-572A-5E9128293FF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9" creationId="{282DB6E1-7718-AC05-01CA-F1F9993AAE73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0" creationId="{8DC4E122-EBD7-8B74-4122-C2D5ADA26C01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1" creationId="{2484D56B-E34B-4E8E-47C2-2471626707F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2" creationId="{F2E29107-A1BE-8E91-E320-73AB83D50739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3" creationId="{0F3FEEE5-2AC4-3DAB-D181-58A946C14C2F}"/>
          </ac:spMkLst>
        </pc:spChg>
        <pc:spChg chg="add mod">
          <ac:chgData name="Takeuchi, Koichiro" userId="b3848a05-443b-4434-8fa5-7398ca0c03c9" providerId="ADAL" clId="{8AE3A369-E55C-4573-8F49-6E668EF80783}" dt="2024-07-12T00:03:02.917" v="19105"/>
          <ac:spMkLst>
            <pc:docMk/>
            <pc:sldMk cId="4048553935" sldId="2147480833"/>
            <ac:spMk id="64" creationId="{F6C949E7-D8EE-07D6-1DA6-EEE2E60C3B3B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5" creationId="{49AB85B6-7E04-2D34-2CEA-A9623C459CE9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6" creationId="{E7A5AA01-3CE1-B271-743B-F7B017EB099F}"/>
          </ac:spMkLst>
        </pc:spChg>
        <pc:spChg chg="add mod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67" creationId="{3A1C4440-FED8-DF1C-9F53-3C386FBF895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8" creationId="{B404D93B-51B2-B1FD-1ACA-80A2DA72A2B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9" creationId="{61764C8A-A166-829B-FC1A-810A5620C1E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0" creationId="{8D6B50F1-D31F-31FD-BF6F-6379176FE41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1" creationId="{5D0A430A-8D2B-FA23-A223-086A02356E19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2" creationId="{6EBD7034-538D-D8D5-2960-1D9D4B7829AF}"/>
          </ac:spMkLst>
        </pc:spChg>
        <pc:spChg chg="add mod">
          <ac:chgData name="Takeuchi, Koichiro" userId="b3848a05-443b-4434-8fa5-7398ca0c03c9" providerId="ADAL" clId="{8AE3A369-E55C-4573-8F49-6E668EF80783}" dt="2024-07-03T11:31:06.975" v="8653"/>
          <ac:spMkLst>
            <pc:docMk/>
            <pc:sldMk cId="4048553935" sldId="2147480833"/>
            <ac:spMk id="73" creationId="{6A31A565-3E4A-0907-DEFE-258657F63D60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4" creationId="{D18F1ECA-D541-9B0D-509C-11292B1C707F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2T00:00:49.835" v="19066"/>
          <ac:spMkLst>
            <pc:docMk/>
            <pc:sldMk cId="4048553935" sldId="2147480833"/>
            <ac:spMk id="75" creationId="{4D28DCD2-3B38-C242-9FC6-493D0D964D34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6" creationId="{17E8C073-662A-502D-2202-B793038E4FB2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77" creationId="{77563EB6-2893-0B67-1344-974C8E77DF8D}"/>
          </ac:spMkLst>
        </pc:spChg>
        <pc:spChg chg="add mod">
          <ac:chgData name="Takeuchi, Koichiro" userId="b3848a05-443b-4434-8fa5-7398ca0c03c9" providerId="ADAL" clId="{8AE3A369-E55C-4573-8F49-6E668EF80783}" dt="2024-07-12T00:58:24.069" v="20565" actId="1076"/>
          <ac:spMkLst>
            <pc:docMk/>
            <pc:sldMk cId="4048553935" sldId="2147480833"/>
            <ac:spMk id="78" creationId="{E4AEAC44-03FC-0C44-1F4E-E3EBFDF5071E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9" creationId="{0AD0D53D-8684-9D05-89E1-0C1366B5C32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0" creationId="{983D8F6A-BD52-10FC-030A-EBB13BDDA401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1" creationId="{EFFEDC3F-1BED-EB59-2797-D5C7F42501F0}"/>
          </ac:spMkLst>
        </pc:spChg>
        <pc:spChg chg="add mod">
          <ac:chgData name="Takeuchi, Koichiro" userId="b3848a05-443b-4434-8fa5-7398ca0c03c9" providerId="ADAL" clId="{8AE3A369-E55C-4573-8F49-6E668EF80783}" dt="2024-07-12T00:08:10.486" v="19351" actId="207"/>
          <ac:spMkLst>
            <pc:docMk/>
            <pc:sldMk cId="4048553935" sldId="2147480833"/>
            <ac:spMk id="82" creationId="{658DB428-1FDD-A7D2-46D1-C508DE96081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3" creationId="{BF1CB10D-9064-A79F-ECB1-4665A25F1DFD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84" creationId="{A54D528C-5D56-F96E-2EEB-63AE7C5041F9}"/>
          </ac:spMkLst>
        </pc:spChg>
        <pc:spChg chg="mod">
          <ac:chgData name="Takeuchi, Koichiro" userId="b3848a05-443b-4434-8fa5-7398ca0c03c9" providerId="ADAL" clId="{8AE3A369-E55C-4573-8F49-6E668EF80783}" dt="2024-07-03T01:45:11.237" v="3888" actId="20577"/>
          <ac:spMkLst>
            <pc:docMk/>
            <pc:sldMk cId="4048553935" sldId="2147480833"/>
            <ac:spMk id="87" creationId="{52308AAA-23D3-4DBA-059D-30065E6873DA}"/>
          </ac:spMkLst>
        </pc:spChg>
        <pc:spChg chg="mod">
          <ac:chgData name="Takeuchi, Koichiro" userId="b3848a05-443b-4434-8fa5-7398ca0c03c9" providerId="ADAL" clId="{8AE3A369-E55C-4573-8F49-6E668EF80783}" dt="2024-07-03T01:45:51.882" v="3913" actId="20577"/>
          <ac:spMkLst>
            <pc:docMk/>
            <pc:sldMk cId="4048553935" sldId="2147480833"/>
            <ac:spMk id="90" creationId="{2234EB1F-7358-0707-BBAC-D0DD65331314}"/>
          </ac:spMkLst>
        </pc:spChg>
        <pc:spChg chg="add mod">
          <ac:chgData name="Takeuchi, Koichiro" userId="b3848a05-443b-4434-8fa5-7398ca0c03c9" providerId="ADAL" clId="{8AE3A369-E55C-4573-8F49-6E668EF80783}" dt="2024-07-03T11:32:09.406" v="8686" actId="20577"/>
          <ac:spMkLst>
            <pc:docMk/>
            <pc:sldMk cId="4048553935" sldId="2147480833"/>
            <ac:spMk id="91" creationId="{D5494E2A-554C-9928-A636-2F5C1D207D34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2" creationId="{6C260746-7787-3B65-0EA6-C78282F0808A}"/>
          </ac:spMkLst>
        </pc:spChg>
        <pc:spChg chg="add mod">
          <ac:chgData name="Takeuchi, Koichiro" userId="b3848a05-443b-4434-8fa5-7398ca0c03c9" providerId="ADAL" clId="{8AE3A369-E55C-4573-8F49-6E668EF80783}" dt="2024-07-03T11:32:11.510" v="8688" actId="20577"/>
          <ac:spMkLst>
            <pc:docMk/>
            <pc:sldMk cId="4048553935" sldId="2147480833"/>
            <ac:spMk id="93" creationId="{03DCCEF6-EDAE-E03E-60EB-D6AA5475BA1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4" creationId="{F53D39E3-3C64-0C3E-F86F-61E3FD1492C3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5" creationId="{8A9E3F86-BBA2-CD50-C086-E9AAD831185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6" creationId="{8B422858-1781-34DD-5893-487D4ABE256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7" creationId="{D36755E5-E797-E8C9-6F06-E3345C787E8F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8" creationId="{094EA698-24DD-2D64-B461-322B47F303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9" creationId="{8EA22104-19FC-9FA7-2EB8-684ED287A52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0" creationId="{FDB668D4-20A6-D4E5-CA60-79393E041CDA}"/>
          </ac:spMkLst>
        </pc:spChg>
        <pc:spChg chg="add mod">
          <ac:chgData name="Takeuchi, Koichiro" userId="b3848a05-443b-4434-8fa5-7398ca0c03c9" providerId="ADAL" clId="{8AE3A369-E55C-4573-8F49-6E668EF80783}" dt="2024-07-03T11:32:29.404" v="8739" actId="20577"/>
          <ac:spMkLst>
            <pc:docMk/>
            <pc:sldMk cId="4048553935" sldId="2147480833"/>
            <ac:spMk id="101" creationId="{53DEB7EA-547D-0D41-2105-639D6406EB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2" creationId="{65AF4625-EB88-757F-CB69-0651DAA91ECA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3" creationId="{982A4875-0261-2419-8867-1FF5AF269E77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4" creationId="{53354AB1-71B9-CD59-E83B-003057016691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105" creationId="{99B22893-E6B8-7B22-AA88-BB875987B864}"/>
          </ac:spMkLst>
        </pc:spChg>
        <pc:spChg chg="mod">
          <ac:chgData name="Takeuchi, Koichiro" userId="b3848a05-443b-4434-8fa5-7398ca0c03c9" providerId="ADAL" clId="{8AE3A369-E55C-4573-8F49-6E668EF80783}" dt="2024-07-03T06:36:29.535" v="5084" actId="20577"/>
          <ac:spMkLst>
            <pc:docMk/>
            <pc:sldMk cId="4048553935" sldId="2147480833"/>
            <ac:spMk id="108" creationId="{45F6A10C-B452-1078-4979-B91ED759C15D}"/>
          </ac:spMkLst>
        </pc:spChg>
        <pc:spChg chg="add del mod">
          <ac:chgData name="Takeuchi, Koichiro" userId="b3848a05-443b-4434-8fa5-7398ca0c03c9" providerId="ADAL" clId="{8AE3A369-E55C-4573-8F49-6E668EF80783}" dt="2024-07-03T11:16:58.671" v="8033" actId="21"/>
          <ac:spMkLst>
            <pc:docMk/>
            <pc:sldMk cId="4048553935" sldId="2147480833"/>
            <ac:spMk id="110" creationId="{FAF3144E-B0A2-F9B7-3447-FE8D88991A4B}"/>
          </ac:spMkLst>
        </pc:spChg>
        <pc:spChg chg="mod topLvl">
          <ac:chgData name="Takeuchi, Koichiro" userId="b3848a05-443b-4434-8fa5-7398ca0c03c9" providerId="ADAL" clId="{8AE3A369-E55C-4573-8F49-6E668EF80783}" dt="2024-07-12T00:01:02.253" v="19090" actId="20577"/>
          <ac:spMkLst>
            <pc:docMk/>
            <pc:sldMk cId="4048553935" sldId="2147480833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2T00:01:08.897" v="19091"/>
          <ac:spMkLst>
            <pc:docMk/>
            <pc:sldMk cId="4048553935" sldId="2147480833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2T00:01:35.516" v="19094"/>
          <ac:spMkLst>
            <pc:docMk/>
            <pc:sldMk cId="4048553935" sldId="2147480833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8" creationId="{C5672CB1-C2C8-588F-CB81-5A4F126EB313}"/>
          </ac:spMkLst>
        </pc:spChg>
        <pc:spChg chg="mod topLvl">
          <ac:chgData name="Takeuchi, Koichiro" userId="b3848a05-443b-4434-8fa5-7398ca0c03c9" providerId="ADAL" clId="{8AE3A369-E55C-4573-8F49-6E668EF80783}" dt="2024-07-12T00:01:20.009" v="19092"/>
          <ac:spMkLst>
            <pc:docMk/>
            <pc:sldMk cId="4048553935" sldId="2147480833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17:51.123" v="1470" actId="165"/>
          <ac:spMkLst>
            <pc:docMk/>
            <pc:sldMk cId="4048553935" sldId="2147480833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63" creationId="{23249CE0-6054-8C26-59F0-EDA6D641ABCC}"/>
          </ac:spMkLst>
        </pc:spChg>
        <pc:spChg chg="mod topLvl">
          <ac:chgData name="Takeuchi, Koichiro" userId="b3848a05-443b-4434-8fa5-7398ca0c03c9" providerId="ADAL" clId="{8AE3A369-E55C-4573-8F49-6E668EF80783}" dt="2024-07-12T00:01:28.187" v="19093"/>
          <ac:spMkLst>
            <pc:docMk/>
            <pc:sldMk cId="4048553935" sldId="2147480833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308" creationId="{48AD3ECE-2A9A-A9F8-0CBE-5B277B5774CE}"/>
          </ac:spMkLst>
        </pc:s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3" creationId="{BC747C5B-1258-1B05-6052-A8E54E4A9C23}"/>
          </ac:grpSpMkLst>
        </pc:grpChg>
        <pc:grpChg chg="del">
          <ac:chgData name="Takeuchi, Koichiro" userId="b3848a05-443b-4434-8fa5-7398ca0c03c9" providerId="ADAL" clId="{8AE3A369-E55C-4573-8F49-6E668EF80783}" dt="2024-07-03T01:17:51.123" v="1470" actId="165"/>
          <ac:grpSpMkLst>
            <pc:docMk/>
            <pc:sldMk cId="4048553935" sldId="2147480833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8AE3A369-E55C-4573-8F49-6E668EF80783}" dt="2024-07-03T10:34:58.229" v="5649" actId="165"/>
          <ac:grpSpMkLst>
            <pc:docMk/>
            <pc:sldMk cId="4048553935" sldId="2147480833"/>
            <ac:grpSpMk id="13" creationId="{A015F0B9-DAAB-7DBB-3E7B-47048048FDAC}"/>
          </ac:grpSpMkLst>
        </pc:gr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21" creationId="{23ACB24F-859D-466D-63FA-84FA93ED89E9}"/>
          </ac:grpSpMkLst>
        </pc:grpChg>
        <pc:grpChg chg="del">
          <ac:chgData name="Takeuchi, Koichiro" userId="b3848a05-443b-4434-8fa5-7398ca0c03c9" providerId="ADAL" clId="{8AE3A369-E55C-4573-8F49-6E668EF80783}" dt="2024-07-03T01:14:46.884" v="1313" actId="478"/>
          <ac:grpSpMkLst>
            <pc:docMk/>
            <pc:sldMk cId="4048553935" sldId="2147480833"/>
            <ac:grpSpMk id="25" creationId="{2A54FA47-0E35-1A7B-2118-B7581D0D08E2}"/>
          </ac:grpSpMkLst>
        </pc:grpChg>
        <pc:grpChg chg="add mod">
          <ac:chgData name="Takeuchi, Koichiro" userId="b3848a05-443b-4434-8fa5-7398ca0c03c9" providerId="ADAL" clId="{8AE3A369-E55C-4573-8F49-6E668EF80783}" dt="2024-07-03T01:23:08.709" v="1757" actId="164"/>
          <ac:grpSpMkLst>
            <pc:docMk/>
            <pc:sldMk cId="4048553935" sldId="2147480833"/>
            <ac:grpSpMk id="43" creationId="{02F94A99-A38C-F5EB-A733-072F858017E7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AE3A369-E55C-4573-8F49-6E668EF80783}" dt="2024-07-03T01:24:53.747" v="1794" actId="165"/>
          <ac:grpSpMkLst>
            <pc:docMk/>
            <pc:sldMk cId="4048553935" sldId="2147480833"/>
            <ac:grpSpMk id="47" creationId="{D61502B3-B286-BB41-0C7E-9B37B162FDC0}"/>
          </ac:grpSpMkLst>
        </pc:grpChg>
        <pc:grpChg chg="add del mod">
          <ac:chgData name="Takeuchi, Koichiro" userId="b3848a05-443b-4434-8fa5-7398ca0c03c9" providerId="ADAL" clId="{8AE3A369-E55C-4573-8F49-6E668EF80783}" dt="2024-07-03T01:24:13.823" v="1783" actId="165"/>
          <ac:grpSpMkLst>
            <pc:docMk/>
            <pc:sldMk cId="4048553935" sldId="2147480833"/>
            <ac:grpSpMk id="48" creationId="{289A364C-2C1C-41C8-5384-2F9E0736E121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50" creationId="{ACEFCF3C-2616-77E0-F8EF-14862CC5C5D9}"/>
          </ac:grpSpMkLst>
        </pc:grpChg>
        <pc:grpChg chg="add del mod">
          <ac:chgData name="Takeuchi, Koichiro" userId="b3848a05-443b-4434-8fa5-7398ca0c03c9" providerId="ADAL" clId="{8AE3A369-E55C-4573-8F49-6E668EF80783}" dt="2024-07-12T00:01:40.581" v="19095" actId="478"/>
          <ac:grpSpMkLst>
            <pc:docMk/>
            <pc:sldMk cId="4048553935" sldId="2147480833"/>
            <ac:grpSpMk id="51" creationId="{CB9F3C42-5461-A972-FC12-B5C2A9025688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5" creationId="{98EA902E-C8F2-3E15-9B22-E2836288E1CE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8" creationId="{9BBF723B-F9B0-CAE4-3F2F-7F24AD2A065A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106" creationId="{BF88E2C6-2D5E-4B37-BD68-06527234AD6E}"/>
          </ac:grpSpMkLst>
        </pc:grpChg>
        <pc:grpChg chg="del mod topLvl">
          <ac:chgData name="Takeuchi, Koichiro" userId="b3848a05-443b-4434-8fa5-7398ca0c03c9" providerId="ADAL" clId="{8AE3A369-E55C-4573-8F49-6E668EF80783}" dt="2024-07-03T01:19:26.501" v="1535" actId="478"/>
          <ac:grpSpMkLst>
            <pc:docMk/>
            <pc:sldMk cId="4048553935" sldId="2147480833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8AE3A369-E55C-4573-8F49-6E668EF80783}" dt="2024-07-03T01:17:44.875" v="1469" actId="478"/>
          <ac:grpSpMkLst>
            <pc:docMk/>
            <pc:sldMk cId="4048553935" sldId="2147480833"/>
            <ac:grpSpMk id="259" creationId="{BD742AFC-913D-9D9A-8B50-52664690A895}"/>
          </ac:grpSpMkLst>
        </pc:grp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8" creationId="{5D68DA90-B67E-55DC-F4BC-AD4AFF3E6148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0" creationId="{BE5EFDB0-217F-F65B-CE02-B3E34096D7EA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1:24:13.823" v="1783" actId="165"/>
          <ac:cxnSpMkLst>
            <pc:docMk/>
            <pc:sldMk cId="4048553935" sldId="2147480833"/>
            <ac:cxnSpMk id="19" creationId="{65AF378D-5419-089A-8201-184A7561AD20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1:24:53.747" v="1794" actId="165"/>
          <ac:cxnSpMkLst>
            <pc:docMk/>
            <pc:sldMk cId="4048553935" sldId="2147480833"/>
            <ac:cxnSpMk id="24" creationId="{AF3EDF4C-9621-E6A0-D1EB-FD9B98A6A8C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2T00:00:49.835" v="19066"/>
          <ac:cxnSpMkLst>
            <pc:docMk/>
            <pc:sldMk cId="4048553935" sldId="2147480833"/>
            <ac:cxnSpMk id="52" creationId="{7080A427-6443-C68C-363A-26CE0E2B9567}"/>
          </ac:cxnSpMkLst>
        </pc:cxnChg>
        <pc:cxnChg chg="mod">
          <ac:chgData name="Takeuchi, Koichiro" userId="b3848a05-443b-4434-8fa5-7398ca0c03c9" providerId="ADAL" clId="{8AE3A369-E55C-4573-8F49-6E668EF80783}" dt="2024-07-03T01:44:59.569" v="3848"/>
          <ac:cxnSpMkLst>
            <pc:docMk/>
            <pc:sldMk cId="4048553935" sldId="2147480833"/>
            <ac:cxnSpMk id="86" creationId="{1D96E83D-FF7F-0149-8951-0AF1CE59535D}"/>
          </ac:cxnSpMkLst>
        </pc:cxnChg>
        <pc:cxnChg chg="mod">
          <ac:chgData name="Takeuchi, Koichiro" userId="b3848a05-443b-4434-8fa5-7398ca0c03c9" providerId="ADAL" clId="{8AE3A369-E55C-4573-8F49-6E668EF80783}" dt="2024-07-03T01:45:34.284" v="3902"/>
          <ac:cxnSpMkLst>
            <pc:docMk/>
            <pc:sldMk cId="4048553935" sldId="2147480833"/>
            <ac:cxnSpMk id="89" creationId="{3D77DB7D-1FD1-7025-CED9-DADB0D93D7BC}"/>
          </ac:cxnSpMkLst>
        </pc:cxnChg>
        <pc:cxnChg chg="mod">
          <ac:chgData name="Takeuchi, Koichiro" userId="b3848a05-443b-4434-8fa5-7398ca0c03c9" providerId="ADAL" clId="{8AE3A369-E55C-4573-8F49-6E668EF80783}" dt="2024-07-03T01:45:57.363" v="3914"/>
          <ac:cxnSpMkLst>
            <pc:docMk/>
            <pc:sldMk cId="4048553935" sldId="2147480833"/>
            <ac:cxnSpMk id="107" creationId="{A1BEA4BB-9C07-EA1B-DB8C-7A13FD962B5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43" creationId="{3D096BD8-6E6E-D250-30BE-A545DA8F82A5}"/>
          </ac:cxnSpMkLst>
        </pc:cxnChg>
        <pc:cxnChg chg="del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17:51.123" v="1470" actId="165"/>
          <ac:cxnSpMkLst>
            <pc:docMk/>
            <pc:sldMk cId="4048553935" sldId="2147480833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8AE3A369-E55C-4573-8F49-6E668EF80783}" dt="2024-07-03T10:45:19.031" v="6388" actId="47"/>
        <pc:sldMkLst>
          <pc:docMk/>
          <pc:sldMk cId="622786987" sldId="2147480834"/>
        </pc:sldMkLst>
      </pc:sldChg>
      <pc:sldChg chg="addSp modSp new mod">
        <pc:chgData name="Takeuchi, Koichiro" userId="b3848a05-443b-4434-8fa5-7398ca0c03c9" providerId="ADAL" clId="{8AE3A369-E55C-4573-8F49-6E668EF80783}" dt="2024-07-12T00:09:00.677" v="19356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8AE3A369-E55C-4573-8F49-6E668EF80783}" dt="2024-07-12T00:02:47.522" v="19102" actId="404"/>
          <ac:spMkLst>
            <pc:docMk/>
            <pc:sldMk cId="1353650430" sldId="2147480834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34:30.490" v="8747" actId="20577"/>
          <ac:spMkLst>
            <pc:docMk/>
            <pc:sldMk cId="1353650430" sldId="2147480834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00.677" v="19356" actId="20577"/>
          <ac:spMkLst>
            <pc:docMk/>
            <pc:sldMk cId="1353650430" sldId="2147480834"/>
            <ac:spMk id="4" creationId="{6A1322A5-916B-2AD0-BEA6-6753E798AD1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" creationId="{F2C08578-F643-13B9-7210-12AF494053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" creationId="{E2E9A1AA-406C-4585-C973-85E98544E7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" creationId="{FE01F38E-B608-2AA9-51D0-04A208720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" creationId="{A13A4B90-C068-6743-721E-7DF9169CF9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" creationId="{649C0059-CCF5-07EC-DF32-15391ED43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" creationId="{B2DA7DA1-4CF7-BA13-C410-3742D1CFFAB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" creationId="{D2B84EDA-6674-D257-0697-3D8A80B4233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" creationId="{A8DE44B0-8070-0929-4165-5F8ECFF39A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" creationId="{54475785-5CA1-104D-CFF9-E38321A7A5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" creationId="{1DFFA72A-7878-4377-E449-3F7CE3AAE8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3" creationId="{D79A5BFB-896F-CAF5-18C3-4B0CDDE70B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4" creationId="{00A89B06-10D6-1AA9-D845-D7D0BD194E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5" creationId="{116B74CF-7E57-5EBD-0838-EC6E615D783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6" creationId="{D89421E6-FA55-2725-9202-66ACB9A2A73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7" creationId="{473F2F19-E72A-8186-B187-605B0A3FAD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8" creationId="{D19EF475-C080-193F-AC25-D5A002DD65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9" creationId="{4D0CB218-5716-5786-8323-000684E3A9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0" creationId="{EB026BB1-14BF-3616-06FE-4D8D70FCA33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1" creationId="{402F7617-96AA-F447-2208-BCF73EBDC7B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2" creationId="{6BAF8E08-2391-CE58-886E-59F6EB74899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3" creationId="{2589713A-5D0B-86F5-0710-10383EAE652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4" creationId="{AE2CC0E5-649B-D19D-09F2-EA343A4F69B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5" creationId="{1357ECA1-85FA-BDC2-693C-95197D4185E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6" creationId="{452A7346-E58A-3FD1-2451-A3D751C8F2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7" creationId="{2BFD8600-D677-B987-F055-F38B589D2BD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2" creationId="{F92824D3-5557-8CE4-63B4-99FFCB27CCE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4" creationId="{91B2F003-3132-B7EB-04A1-14B5B32A09F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6" creationId="{19A5906C-19F5-943D-7B53-DE749787CA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7" creationId="{33FC9EE8-AA0B-B6D9-9114-CA1530EA2B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8" creationId="{EAC0D43C-9B23-FA3B-C800-F235C506F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9" creationId="{1B29AC37-D6C7-A04D-C7B8-38BEDDC219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0" creationId="{E2063191-18CA-FF34-A3B6-52F6B648992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1" creationId="{8AD4E781-6BD7-5A82-0A65-CDC28609266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2" creationId="{AAD089F9-AF32-DF45-1907-0B0E27670A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3" creationId="{F73D1332-95D4-A12E-4B16-6C113380135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4" creationId="{3DC343A3-EC45-0C20-3EC5-9B0F68B842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5" creationId="{5B48848B-6657-5542-C92B-B3F7B009CB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6" creationId="{3122F369-43F1-CB3F-3204-3E289FFFF5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7" creationId="{BCD6F4C2-5210-7D1C-DF33-86D060558C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8" creationId="{602ABCE4-DAA0-19AC-FF9B-121D9FFE3F8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9" creationId="{F14C9238-3A3E-4F97-6EE5-02977D0D80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0" creationId="{4CBA16B2-89BE-A4CD-0D64-00524B5CE2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1" creationId="{97B31BD3-2D8B-42C6-F156-853E103814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2" creationId="{0E186506-C19A-E525-5B3B-983F5D3AF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3" creationId="{A2EC4F6C-FF53-4B2C-1543-5DB0E78E4E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4" creationId="{3D6FC40C-1147-60E5-8302-C8C433DE559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5" creationId="{6E4CA6A5-604A-A56E-B0BF-3F4F3621C9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6" creationId="{582E287D-250D-71A3-BD13-CCC08BC6627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7" creationId="{2D8B1142-D8FA-650D-C133-4224069B30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8" creationId="{81D29BCB-34A7-866C-BDA2-4FF53E4D993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9" creationId="{0E4D1A47-7765-60A5-18C1-292BF90FEB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0" creationId="{C925B1AC-FB30-012D-F6E6-1EDC8E727B3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1" creationId="{AB96746F-CD7B-B708-4AD7-C69DD519F55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2" creationId="{9D815063-688B-8A40-66FF-B31255964A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3" creationId="{DD4DF75B-244E-416B-0862-0B7D8FDA9BB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4" creationId="{31213A4C-8691-0AFE-8188-37AE7BB1DF0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5" creationId="{393A9833-BC35-B13A-E7F1-DBC163780F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6" creationId="{286B85C5-795B-F346-EDFF-7BEB9F637B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7" creationId="{F082873F-0E5D-EA4D-894C-627BAA0439E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8" creationId="{3D69182A-F47E-447D-B657-B62B171AB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9" creationId="{44C9505E-AABA-944B-AB6D-7CFBA4D26C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0" creationId="{3793B8B6-086E-F7D4-E9DC-52FA672EC8C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1" creationId="{48E72B1F-5B79-4436-5697-DF7F41CAFC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2" creationId="{932B2F6E-C3A2-C143-1ACF-57512ADAA6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6" creationId="{B2EB047A-4C44-E854-B0B5-29C9056D1FA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7" creationId="{EA985209-FADD-42AB-DF82-1201D058CD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8" creationId="{9FF8E020-827C-F1CC-7A8E-CB056B2D4CF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9" creationId="{4DF48E59-4482-136C-2A4F-ED3F9CCA7A4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0" creationId="{0EFB0079-1CB1-2F37-FB04-1413D5CA24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1" creationId="{BE337E6A-449D-ECE3-5BFD-0290774C1A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6" creationId="{96AA64FD-0003-DBA2-17FB-C2463A6BF7A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7" creationId="{BCBADD82-6E0B-CB0E-E36B-185E436288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8" creationId="{726DC764-694B-4DA3-304E-684C83AE439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9" creationId="{2A888554-0153-6B88-351C-E4BA7813EC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0" creationId="{580C62FC-1B9B-0DD3-7AC5-61EA96D6E2D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1" creationId="{E630D097-A1D6-89E2-C588-EBAEFB8767A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2" creationId="{C8794B48-FCD7-B8A6-B52E-9EC2C916416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3" creationId="{FD597B98-2317-9DEA-A8D3-99545D6785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4" creationId="{81D4468D-6975-A696-E5B2-4C7DA0DACE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5" creationId="{01CF7975-06FC-C8FF-B040-F882150578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6" creationId="{0DBE09B2-B08C-D3FD-34AB-0446E65029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7" creationId="{BCEF4546-8B97-B447-A426-6AF902BC6B9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8" creationId="{C1AD95C0-EEB3-7CA0-26BA-73BE31440E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9" creationId="{7FFBB9AB-1164-B84B-FF7C-827CFBD20F9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0" creationId="{F7236369-73C2-1193-B786-F457A25DF6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1" creationId="{D47EF756-3FF8-BF8E-F040-79113584A2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2" creationId="{2CBCC50A-76F9-7D29-6B7A-14DC0940994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3" creationId="{E1559BEB-FBF7-4CA8-A71F-54E86FE73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4" creationId="{5570D488-BCE6-F22C-7708-464A3C5EB74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5" creationId="{11128974-F945-8B56-2D9C-588F2A874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6" creationId="{FBBF2B71-5B48-3AB2-AD11-8C9EDDA96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7" creationId="{52D73848-4F79-8E7C-44BF-F15D492EB88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8" creationId="{A85847E9-A3B8-A7C3-712F-97B17DE783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9" creationId="{B7BD402B-8C0A-5108-5F7E-93CA411E2D5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0" creationId="{7404E2F0-77CC-3BEA-05D3-13AD63C618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1" creationId="{04F4B448-E4EF-E882-25DB-7053654AEDD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2" creationId="{97EE02C8-B2C0-010B-A1F0-CA7EAADF12E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9" creationId="{44A1E3CE-5612-DEF9-4490-BBB91B96A5E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0" creationId="{A3C776CA-B7B0-5B62-936C-1E66980207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1" creationId="{55565CE0-A0DA-10A1-732B-B3321CF0E70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2" creationId="{7517D847-9AA6-3D0B-B22B-5CD06083351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3" creationId="{11714D46-532B-4021-C5B7-C3BA670A8F8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4" creationId="{EA9FCED4-BAEB-A2EF-8F5D-729E89652C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5" creationId="{C3EF913B-7227-D775-720F-05F84B426C0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6" creationId="{ED63CBBB-10D9-2088-92A0-FA38518597A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7" creationId="{01F165D6-6A8D-B61A-DC8E-AB3A1C515E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8" creationId="{25460CD3-E290-CA54-BE7F-763B2F1D878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9" creationId="{87BD59F2-5797-3BDE-9CDC-CD6342A99E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0" creationId="{37B89F9B-20F6-FF5B-46E8-ABAB8F6E8B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1" creationId="{0DD7596E-01D2-CF20-9DB0-8C4A4F9C504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2" creationId="{0FE17A9C-F7E6-9107-89B8-38E7AF932A5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3" creationId="{B4ED41C3-0AE1-1907-8273-21E384F2995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4" creationId="{EBF7F9A3-F349-3EB0-DD17-EDC915578ED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5" creationId="{B0C50224-B0C8-016A-80CD-21FBE5E1296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6" creationId="{E24D976F-3F77-37B2-C4B8-AC442287A68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7" creationId="{302CFCA2-7180-8AED-7CE9-515441A564E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8" creationId="{2A8A8B13-F98B-A14A-9B3C-F4C8BC0493F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9" creationId="{B0444F8D-B7BB-FC02-F58D-1F6B080D2AE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0" creationId="{8182CB60-2E50-C3C7-DD3D-E02F73AE1B3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1" creationId="{F1342206-EA40-2585-E14E-FE17444A161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2" creationId="{F84644D3-97F7-FB49-FF75-97FBEBE6A11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1" creationId="{35917617-53F9-A90B-6114-9523FDB697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2" creationId="{91EE89B6-3A83-2BAC-B1D2-AD20668FD1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3" creationId="{EE6B14D2-9B6E-5371-EC0F-B3B994E8137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4" creationId="{518804A1-A709-CF0E-AEFF-B9B944B663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5" creationId="{41E3858F-7EC3-3E19-6637-CA20D25870C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6" creationId="{EB6650C3-F3FB-4369-94DF-5E0D822BBC7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7" creationId="{11B9B1F7-D51F-84D1-7281-DCC1DF3BB8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8" creationId="{4ACD1F22-85A4-4911-0D4F-E6DAE9705FE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0" creationId="{7FECB42F-F4B3-EBE9-AF15-662A17C93FA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1" creationId="{00A7E35D-9ED6-7772-7814-91F9710A022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2" creationId="{5C329939-A5C0-A9C1-5872-508B69F9414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3" creationId="{50F56B28-7AA5-6B30-6C32-531417817F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4" creationId="{01C3B6DE-36F2-1C3E-C23C-A46CA87B73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5" creationId="{35A4758E-EAE8-3180-6649-9E21AEF55B2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4" creationId="{2AE1BFA8-30C5-CD0A-3BE7-DD07281E55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5" creationId="{46AD02B7-A41A-313B-7652-79977F7CA5A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6" creationId="{BCAA2186-E49D-7248-E4E6-B4B52BC4DE8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7" creationId="{F948D327-42BA-7A02-DDEF-2E24B0208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8" creationId="{2E14F0B5-2603-7CF7-C2C1-E369E11A6D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9" creationId="{C0F0F553-3863-4CA7-FF77-6F75ECDE4E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0" creationId="{025FBB3E-FAD2-496D-BCED-3F3B1B7B22C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1" creationId="{14CED34C-4046-729B-7A14-E8FCFCCF447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2" creationId="{15A61E8C-C2A6-9D0B-9562-E498771C52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3" creationId="{7283D267-5729-713D-9547-4F01D77A271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4" creationId="{BF26D234-6CEC-B330-E7B3-54FB87DE470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5" creationId="{FCDDAD9B-3B3E-0388-2308-FFEC2CF16F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6" creationId="{81F73EE9-8847-81E7-F631-D9292A7EFB5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7" creationId="{717BFF52-2A99-34A9-C4F5-40807AA973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8" creationId="{A6108BF4-0542-3507-BCE2-F0E871F3A5C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9" creationId="{233AD6B0-54B9-7D71-76A9-3C42B925175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0" creationId="{FE801D1F-3603-D049-1CC4-1FCB6A3561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1" creationId="{27AA8B88-BB99-8E69-8DDB-66195886F4E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2" creationId="{82C270A5-46C0-C0F2-A00A-1B6E10D6C2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3" creationId="{BFA9C2B7-5906-B9C2-118A-8ED31A14D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4" creationId="{9554520F-E78D-A68B-3B39-FE4B17EF3C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5" creationId="{E068F797-BB14-01EC-2C56-6CD14246C5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6" creationId="{BED6920F-6FAA-B97A-FC49-3314421BB62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7" creationId="{006EE26D-9663-BC81-41DB-3A753B9E4E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8" creationId="{CEE3FC9C-E4FE-314F-269B-920A028019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9" creationId="{F52497E3-0656-420A-7140-FC97198E235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0" creationId="{C935B5E4-AEDF-BC21-3BED-C4B4D625BCF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1" creationId="{2AD36443-4F35-931A-F671-C709EE3A00B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2" creationId="{F3319B32-F62D-6F43-F951-5A8B472A78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4" creationId="{61B119AE-230F-678A-57DD-24D702CB84F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5" creationId="{D0161083-2EEF-CA61-332A-7261F8254FD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6" creationId="{220F3F5F-2C78-67D5-1B13-01B79DD42A5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7" creationId="{91340453-3185-F01B-A46F-0E657FCB84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8" creationId="{99278B40-EC68-C8AA-9281-DBCEE5C7BCB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9" creationId="{777BC0CF-5818-48D0-692B-9906B02337B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0" creationId="{A49558D4-B072-6525-F77E-6E4E91D434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1" creationId="{3BB75564-99D8-05F5-24BD-DE6C5D9CD69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2" creationId="{9D7F311E-93D3-4CEB-B6B1-4E8CB4E6EE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3" creationId="{77C22773-B2B6-7A06-1A05-AA83FCBF72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4" creationId="{5DEB233E-257C-68AB-2601-12B627802174}"/>
          </ac:spMkLst>
        </pc:spChg>
        <pc:grpChg chg="add 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7" creationId="{03370278-D9BA-CF65-1F1F-A6B9F507547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1" creationId="{C9580E63-AF6B-0F74-8800-A183EFE6224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2" creationId="{CE96BA00-9B73-3B89-0D8C-4083DC2716C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4" creationId="{B9EB802D-A5F5-6C8F-0068-9CE521F859CB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" creationId="{E0A8422A-E50E-CE44-21D1-C09146551C3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39" creationId="{426C2037-6212-25A2-62FC-304AC04C65E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3" creationId="{414432A6-433C-DCB3-5CBA-2E77B123F74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5" creationId="{64753516-38B0-E0AB-4C86-F2A3013B745E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3" creationId="{1D5680DB-2D74-28B6-E64F-719571999C8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4" creationId="{47EDD3C5-C23F-9D13-0843-461DA8D718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5" creationId="{07BB7C11-2A96-F8F3-B66B-FB7434AB1345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6" creationId="{DFFA3921-541A-FBC6-9349-FDCC8E69972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7" creationId="{A09DAE84-6A10-E364-D34B-9500FDC248C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8" creationId="{6B6DE3C5-70F8-7387-D0D3-A573E1F323CA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9" creationId="{68820C69-8CB0-0BC7-8F7E-9536FDDA50C1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0" creationId="{0BE12518-FDB3-3F93-A64F-B21D7422E7F6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9" creationId="{F3663D61-5405-8047-3419-FBC3019C8A3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6" creationId="{BE48600B-2B43-9FF5-220D-6F8C686471C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7" creationId="{CA193335-6BBC-E274-CF47-831B032073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8" creationId="{3E3732AB-4124-DC63-C6CD-40FB6E0E2F1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9" creationId="{2EA0F99C-B7AB-1570-29BF-9D9CC71A194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0" creationId="{3F52828F-18BB-22EB-49E4-15967F7621D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1" creationId="{95F59272-BF8B-F3B1-0787-9581A8A16C7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2" creationId="{9E07DF28-9558-19CB-34D0-4E5317ADD27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3" creationId="{1B92A532-4EB5-C950-D36A-82E9285C7D7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213" creationId="{6B36D588-BBD1-DD0A-D610-7688E4D43082}"/>
          </ac:grpSpMkLst>
        </pc:grp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10" creationId="{6A84B981-0FEB-0F0F-088B-6E345531C67B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38" creationId="{120DF380-9F80-A177-866F-C82C9A786679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0" creationId="{55040482-BCD8-AFFF-A1A6-51BD43AF1977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1" creationId="{59038EB9-506B-69F1-B68F-29C743CC3953}"/>
          </ac:picMkLst>
        </pc:picChg>
        <pc:picChg chg="add mod">
          <ac:chgData name="Takeuchi, Koichiro" userId="b3848a05-443b-4434-8fa5-7398ca0c03c9" providerId="ADAL" clId="{8AE3A369-E55C-4573-8F49-6E668EF80783}" dt="2024-07-03T10:54:30.867" v="6489" actId="1036"/>
          <ac:picMkLst>
            <pc:docMk/>
            <pc:sldMk cId="1353650430" sldId="2147480834"/>
            <ac:picMk id="225" creationId="{00158D6D-B6F7-35C3-C107-ED8F3988836E}"/>
          </ac:picMkLst>
        </pc:pic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3" creationId="{42884828-B30A-C5A8-3920-A3A5445AAC4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4" creationId="{B6FFBEA4-AF72-0EED-70D6-569A5340975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5" creationId="{E39CB35D-9B2C-D850-8FA6-6FA60D493ACD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2" creationId="{474072BD-ED30-2E95-34D6-D3AD5E38AF61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3" creationId="{20DD3B01-FAB0-A5D2-0ACF-5DADCE64F1CE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4" creationId="{4C470F56-A58D-0E87-F8BE-213E5EC2AD52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5" creationId="{F9C258E8-380A-5273-7D8E-28D8208BC957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3" creationId="{AC9D15D2-B6BE-E333-76BB-845DF4853953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4" creationId="{6A3C6BF4-A5EE-AF57-B3FA-A997658D613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5" creationId="{DDA5A8A3-40C7-F956-C50F-B1BD811244AB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6" creationId="{F7E8FD51-526F-1484-5659-20F9EE2521F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7" creationId="{AD24E5BD-2410-CF36-2BE3-288F2CE43054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8" creationId="{4FD51170-ED96-C9CC-CA58-83A8E32C3462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1:01:38.615" v="20651" actId="404"/>
        <pc:sldMkLst>
          <pc:docMk/>
          <pc:sldMk cId="3421619155" sldId="2147480835"/>
        </pc:sldMkLst>
        <pc:spChg chg="mod">
          <ac:chgData name="Takeuchi, Koichiro" userId="b3848a05-443b-4434-8fa5-7398ca0c03c9" providerId="ADAL" clId="{8AE3A369-E55C-4573-8F49-6E668EF80783}" dt="2024-07-12T00:02:51.679" v="19103" actId="404"/>
          <ac:spMkLst>
            <pc:docMk/>
            <pc:sldMk cId="3421619155" sldId="2147480835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12T00:59:31.905" v="20615" actId="20577"/>
          <ac:spMkLst>
            <pc:docMk/>
            <pc:sldMk cId="3421619155" sldId="2147480835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1.092" v="19367" actId="20577"/>
          <ac:spMkLst>
            <pc:docMk/>
            <pc:sldMk cId="3421619155" sldId="2147480835"/>
            <ac:spMk id="4" creationId="{6A1322A5-916B-2AD0-BEA6-6753E798AD1D}"/>
          </ac:spMkLst>
        </pc:spChg>
        <pc:spChg chg="add del mod">
          <ac:chgData name="Takeuchi, Koichiro" userId="b3848a05-443b-4434-8fa5-7398ca0c03c9" providerId="ADAL" clId="{8AE3A369-E55C-4573-8F49-6E668EF80783}" dt="2024-07-03T10:56:41.463" v="6537" actId="478"/>
          <ac:spMkLst>
            <pc:docMk/>
            <pc:sldMk cId="3421619155" sldId="2147480835"/>
            <ac:spMk id="8" creationId="{645A01B4-8972-CA30-897C-D730AB72BE3E}"/>
          </ac:spMkLst>
        </pc:spChg>
        <pc:spChg chg="add mod">
          <ac:chgData name="Takeuchi, Koichiro" userId="b3848a05-443b-4434-8fa5-7398ca0c03c9" providerId="ADAL" clId="{8AE3A369-E55C-4573-8F49-6E668EF80783}" dt="2024-07-12T01:01:38.615" v="20651" actId="404"/>
          <ac:spMkLst>
            <pc:docMk/>
            <pc:sldMk cId="3421619155" sldId="2147480835"/>
            <ac:spMk id="8" creationId="{6E9D0488-130C-591A-5061-731DA33EBF4B}"/>
          </ac:spMkLst>
        </pc:spChg>
        <pc:spChg chg="add mod">
          <ac:chgData name="Takeuchi, Koichiro" userId="b3848a05-443b-4434-8fa5-7398ca0c03c9" providerId="ADAL" clId="{8AE3A369-E55C-4573-8F49-6E668EF80783}" dt="2024-07-03T10:58:41.901" v="6915"/>
          <ac:spMkLst>
            <pc:docMk/>
            <pc:sldMk cId="3421619155" sldId="2147480835"/>
            <ac:spMk id="9" creationId="{7B710618-7B09-45E8-184F-E15D736391F4}"/>
          </ac:spMkLst>
        </pc:spChg>
        <pc:picChg chg="add mod">
          <ac:chgData name="Takeuchi, Koichiro" userId="b3848a05-443b-4434-8fa5-7398ca0c03c9" providerId="ADAL" clId="{8AE3A369-E55C-4573-8F49-6E668EF80783}" dt="2024-07-03T10:56:37.694" v="6536" actId="1036"/>
          <ac:picMkLst>
            <pc:docMk/>
            <pc:sldMk cId="3421619155" sldId="2147480835"/>
            <ac:picMk id="7" creationId="{AF846E81-2FF8-1637-F520-A3FEEC9022F5}"/>
          </ac:picMkLst>
        </pc:picChg>
        <pc:picChg chg="del">
          <ac:chgData name="Takeuchi, Koichiro" userId="b3848a05-443b-4434-8fa5-7398ca0c03c9" providerId="ADAL" clId="{8AE3A369-E55C-4573-8F49-6E668EF80783}" dt="2024-07-03T10:55:28.848" v="6526" actId="478"/>
          <ac:picMkLst>
            <pc:docMk/>
            <pc:sldMk cId="3421619155" sldId="2147480835"/>
            <ac:picMk id="225" creationId="{00158D6D-B6F7-35C3-C107-ED8F3988836E}"/>
          </ac:picMkLst>
        </pc:picChg>
      </pc:sldChg>
      <pc:sldChg chg="addSp delSp modSp add mod">
        <pc:chgData name="Takeuchi, Koichiro" userId="b3848a05-443b-4434-8fa5-7398ca0c03c9" providerId="ADAL" clId="{8AE3A369-E55C-4573-8F49-6E668EF80783}" dt="2024-07-12T01:01:53.136" v="20652"/>
        <pc:sldMkLst>
          <pc:docMk/>
          <pc:sldMk cId="3067867741" sldId="2147480836"/>
        </pc:sldMkLst>
        <pc:spChg chg="mod">
          <ac:chgData name="Takeuchi, Koichiro" userId="b3848a05-443b-4434-8fa5-7398ca0c03c9" providerId="ADAL" clId="{8AE3A369-E55C-4573-8F49-6E668EF80783}" dt="2024-07-12T00:02:55.856" v="19104" actId="404"/>
          <ac:spMkLst>
            <pc:docMk/>
            <pc:sldMk cId="3067867741" sldId="2147480836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20:14.092" v="8451" actId="20577"/>
          <ac:spMkLst>
            <pc:docMk/>
            <pc:sldMk cId="3067867741" sldId="2147480836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6.895" v="19368" actId="20577"/>
          <ac:spMkLst>
            <pc:docMk/>
            <pc:sldMk cId="3067867741" sldId="2147480836"/>
            <ac:spMk id="4" creationId="{6A1322A5-916B-2AD0-BEA6-6753E798AD1D}"/>
          </ac:spMkLst>
        </pc:spChg>
        <pc:spChg chg="add mod">
          <ac:chgData name="Takeuchi, Koichiro" userId="b3848a05-443b-4434-8fa5-7398ca0c03c9" providerId="ADAL" clId="{8AE3A369-E55C-4573-8F49-6E668EF80783}" dt="2024-07-12T01:01:53.136" v="20652"/>
          <ac:spMkLst>
            <pc:docMk/>
            <pc:sldMk cId="3067867741" sldId="2147480836"/>
            <ac:spMk id="7" creationId="{33B88BD9-B4E0-5AA1-FFFD-56C686C2B268}"/>
          </ac:spMkLst>
        </pc:spChg>
        <pc:spChg chg="add mod">
          <ac:chgData name="Takeuchi, Koichiro" userId="b3848a05-443b-4434-8fa5-7398ca0c03c9" providerId="ADAL" clId="{8AE3A369-E55C-4573-8F49-6E668EF80783}" dt="2024-07-03T11:20:51.017" v="8478" actId="1035"/>
          <ac:spMkLst>
            <pc:docMk/>
            <pc:sldMk cId="3067867741" sldId="2147480836"/>
            <ac:spMk id="9" creationId="{FD0F2ED5-CEA5-3257-6F5C-4C4BA8BB6305}"/>
          </ac:spMkLst>
        </pc:spChg>
        <pc:spChg chg="add del mod">
          <ac:chgData name="Takeuchi, Koichiro" userId="b3848a05-443b-4434-8fa5-7398ca0c03c9" providerId="ADAL" clId="{8AE3A369-E55C-4573-8F49-6E668EF80783}" dt="2024-07-03T11:03:03.284" v="7048" actId="478"/>
          <ac:spMkLst>
            <pc:docMk/>
            <pc:sldMk cId="3067867741" sldId="2147480836"/>
            <ac:spMk id="10" creationId="{AC443EAC-8B1E-3B2A-5E32-F847501C5221}"/>
          </ac:spMkLst>
        </pc:spChg>
        <pc:spChg chg="add del mod">
          <ac:chgData name="Takeuchi, Koichiro" userId="b3848a05-443b-4434-8fa5-7398ca0c03c9" providerId="ADAL" clId="{8AE3A369-E55C-4573-8F49-6E668EF80783}" dt="2024-07-03T11:08:15.001" v="7572" actId="478"/>
          <ac:spMkLst>
            <pc:docMk/>
            <pc:sldMk cId="3067867741" sldId="2147480836"/>
            <ac:spMk id="11" creationId="{4A721D42-A5FA-4B89-B041-B7CF6A6D0E36}"/>
          </ac:spMkLst>
        </pc:spChg>
        <pc:spChg chg="add mod">
          <ac:chgData name="Takeuchi, Koichiro" userId="b3848a05-443b-4434-8fa5-7398ca0c03c9" providerId="ADAL" clId="{8AE3A369-E55C-4573-8F49-6E668EF80783}" dt="2024-07-03T11:20:37.895" v="8471" actId="20577"/>
          <ac:spMkLst>
            <pc:docMk/>
            <pc:sldMk cId="3067867741" sldId="2147480836"/>
            <ac:spMk id="12" creationId="{6BA44D57-7C9A-E938-27A3-6A33E4B7DB6F}"/>
          </ac:spMkLst>
        </pc:spChg>
        <pc:spChg chg="add del mod">
          <ac:chgData name="Takeuchi, Koichiro" userId="b3848a05-443b-4434-8fa5-7398ca0c03c9" providerId="ADAL" clId="{8AE3A369-E55C-4573-8F49-6E668EF80783}" dt="2024-07-03T11:11:51.474" v="7908" actId="478"/>
          <ac:spMkLst>
            <pc:docMk/>
            <pc:sldMk cId="3067867741" sldId="2147480836"/>
            <ac:spMk id="19" creationId="{A11CD211-5A24-D746-495F-0AAE1231EC43}"/>
          </ac:spMkLst>
        </pc:spChg>
        <pc:picChg chg="del">
          <ac:chgData name="Takeuchi, Koichiro" userId="b3848a05-443b-4434-8fa5-7398ca0c03c9" providerId="ADAL" clId="{8AE3A369-E55C-4573-8F49-6E668EF80783}" dt="2024-07-03T11:01:09.488" v="7000" actId="478"/>
          <ac:picMkLst>
            <pc:docMk/>
            <pc:sldMk cId="3067867741" sldId="2147480836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8AE3A369-E55C-4573-8F49-6E668EF80783}" dt="2024-07-03T11:09:25.167" v="7618" actId="1076"/>
          <ac:picMkLst>
            <pc:docMk/>
            <pc:sldMk cId="3067867741" sldId="2147480836"/>
            <ac:picMk id="8" creationId="{1FAB8F19-44CE-B416-697B-B17F81F465F6}"/>
          </ac:picMkLst>
        </pc:picChg>
        <pc:cxnChg chg="add mod">
          <ac:chgData name="Takeuchi, Koichiro" userId="b3848a05-443b-4434-8fa5-7398ca0c03c9" providerId="ADAL" clId="{8AE3A369-E55C-4573-8F49-6E668EF80783}" dt="2024-07-03T11:20:57.683" v="8479" actId="14100"/>
          <ac:cxnSpMkLst>
            <pc:docMk/>
            <pc:sldMk cId="3067867741" sldId="2147480836"/>
            <ac:cxnSpMk id="13" creationId="{850FEBE6-5A49-4C19-8F1E-A34BA9563182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2:14:08.960" v="21161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8AE3A369-E55C-4573-8F49-6E668EF80783}" dt="2024-07-12T02:13:32.029" v="21150" actId="20577"/>
          <ac:spMkLst>
            <pc:docMk/>
            <pc:sldMk cId="672143202" sldId="2147480837"/>
            <ac:spMk id="2" creationId="{538CA542-996C-7AB6-4053-8416C1887F91}"/>
          </ac:spMkLst>
        </pc:spChg>
        <pc:spChg chg="mod">
          <ac:chgData name="Takeuchi, Koichiro" userId="b3848a05-443b-4434-8fa5-7398ca0c03c9" providerId="ADAL" clId="{8AE3A369-E55C-4573-8F49-6E668EF80783}" dt="2024-07-12T02:14:08.960" v="21161" actId="20577"/>
          <ac:spMkLst>
            <pc:docMk/>
            <pc:sldMk cId="672143202" sldId="2147480837"/>
            <ac:spMk id="3" creationId="{CC11C022-DA69-DA56-6A4B-57AB9D18EF40}"/>
          </ac:spMkLst>
        </pc:spChg>
        <pc:spChg chg="mod">
          <ac:chgData name="Takeuchi, Koichiro" userId="b3848a05-443b-4434-8fa5-7398ca0c03c9" providerId="ADAL" clId="{8AE3A369-E55C-4573-8F49-6E668EF80783}" dt="2024-07-12T02:09:28.578" v="20673" actId="20577"/>
          <ac:spMkLst>
            <pc:docMk/>
            <pc:sldMk cId="672143202" sldId="2147480837"/>
            <ac:spMk id="4" creationId="{1851F1D9-BB24-25A3-3EE6-809B48BA026E}"/>
          </ac:spMkLst>
        </pc:spChg>
        <pc:spChg chg="add del mod">
          <ac:chgData name="Takeuchi, Koichiro" userId="b3848a05-443b-4434-8fa5-7398ca0c03c9" providerId="ADAL" clId="{8AE3A369-E55C-4573-8F49-6E668EF80783}" dt="2024-07-03T11:18:45.335" v="8374" actId="478"/>
          <ac:spMkLst>
            <pc:docMk/>
            <pc:sldMk cId="672143202" sldId="2147480837"/>
            <ac:spMk id="7" creationId="{A1B45065-9DFF-EC68-E785-4E94D310D80E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7" creationId="{FBB2AA3D-2855-0617-63DB-AC84EF5B96C6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9" creationId="{61BE11DE-66C2-273E-4892-497B311EFB33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0" creationId="{E6F2AE6D-E281-47B0-77A6-08BD39D45857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1" creationId="{2D013F44-0ED6-8308-FFD0-4A3DC91B713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2" creationId="{764EB620-B0FD-A5B2-681A-20F076C16B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4" creationId="{2EE4F79D-326C-65AB-A02C-A885D65DE72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5" creationId="{C3C2C76E-4E5D-8034-26B3-40C0B05C1C0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6" creationId="{E8B80967-DB4C-15E6-A47A-295576312B9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8" creationId="{00FCBB1B-108F-9CA2-99C9-01F48DB35EE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1" creationId="{CFB1729E-616F-1046-99C1-C01A1F7BD67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4" creationId="{670E17FD-D45A-40D7-D050-36417CD8E25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5" creationId="{C4B23C42-2EA5-1559-0090-913ECDB1598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6" creationId="{7EBAD196-02B9-16C9-C55F-F13768E210EE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7" creationId="{C53B791A-1771-D8B3-F337-D3B05323CB8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8" creationId="{7E8C3671-0CB1-C7AC-A8CD-F0ED886F39C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1" creationId="{C3F99030-25EC-5818-9988-7F013DF41F1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2" creationId="{874BC83E-CEC8-A741-32B5-1FA1341958B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3" creationId="{AF14AF48-B58D-BDEF-5529-62E1AF13EF8F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4" creationId="{56D55DC6-F8DE-B8D6-3A4E-20D7D0355AC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5" creationId="{43E0669E-EA25-404C-287D-C2F12324D66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6" creationId="{5D751256-D03E-A8A8-8214-65B5960C860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8" creationId="{28D5ED32-F2AE-9F7F-EE78-F8D6694DE10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9" creationId="{1F2DE917-F86A-0726-06B6-C8C550A8EA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1" creationId="{F2D12DB3-060E-1D9F-148E-DE0E6561325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2" creationId="{53CC6CF0-AAAE-A973-EAB3-5AD484855891}"/>
          </ac:spMkLst>
        </pc:spChg>
        <pc:spChg chg="add del mod">
          <ac:chgData name="Takeuchi, Koichiro" userId="b3848a05-443b-4434-8fa5-7398ca0c03c9" providerId="ADAL" clId="{8AE3A369-E55C-4573-8F49-6E668EF80783}" dt="2024-07-12T02:12:35.097" v="21060" actId="478"/>
          <ac:spMkLst>
            <pc:docMk/>
            <pc:sldMk cId="672143202" sldId="2147480837"/>
            <ac:spMk id="43" creationId="{84174447-FF23-9E0F-BC02-59AB07189C9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4" creationId="{067B1183-9D43-AE2E-7335-FC809D553D5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8" creationId="{0A8AD576-8DC6-EE42-7C45-F10E06D2D9BD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0" creationId="{42B126BF-EE23-FBC3-C431-34AE2E55B651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1" creationId="{A22BDE77-CC9A-CB93-9215-12D382BA598C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2" creationId="{17767B69-2D4C-40DC-995E-A072086BBFA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3" creationId="{52EC902F-DE95-9CD9-198B-F5717B7CAEF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4" creationId="{62F8AC51-01B6-AFB0-6DD4-00BA2745786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5" creationId="{8521E705-6282-F121-6F7A-2E5DE822C9AB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6" creationId="{5E5FB263-FE64-8496-D20C-A59DBA2EDCA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7" creationId="{3D22CF71-04BD-F84D-A763-BEBE2D48BDE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8" creationId="{81FDB8C8-914D-640F-C50B-4D1FE6366C6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9" creationId="{A844B74E-70D1-AEA6-FC38-42E9333D59A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0" creationId="{F7A51F9B-A016-3D93-C667-E7B469AB7A0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1" creationId="{3E508DD1-3C2F-6F5A-7083-D1330B5B53F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2" creationId="{0D5709B6-D460-C027-2B06-9784EBE03212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110" creationId="{FAF3144E-B0A2-F9B7-3447-FE8D88991A4B}"/>
          </ac:spMkLst>
        </pc:s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8" creationId="{C63F1739-72A2-CE93-841A-DCA4E130C609}"/>
          </ac:grpSpMkLst>
        </pc:gr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49" creationId="{8ACC1F56-061B-47C5-EB81-42EB3DC899D6}"/>
          </ac:grpSpMkLst>
        </pc:grp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3" creationId="{AF6C4BC6-3D3E-FB03-4E5F-761B857360C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7" creationId="{823FC720-1AB8-2D9B-6E42-678A921C716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9" creationId="{4C2A4F8F-65B0-61D4-A0BF-656D3B67259F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0" creationId="{AA3B385A-DDD2-9C84-F57B-9D64D724B9F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2" creationId="{342BE57F-6526-2FC3-26D5-16EC5C86776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3" creationId="{71D74389-6E5F-4E2E-ACDB-3B1A1C5AEC1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9" creationId="{7C1C61B3-D561-462F-7FB1-471D97C1162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0" creationId="{4687F885-86B2-4A3D-322D-9E0905848D72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7" creationId="{24A596D2-0973-D998-340F-94C657E08B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0" creationId="{0275ADA2-C2A5-30CF-0DA4-29AB82F00D69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5" creationId="{E2CCC392-02DD-9324-46C8-157B5CC00825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6" creationId="{EFC64132-A052-C11A-F5DA-65219C24B2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7" creationId="{C01803EB-CC5D-7440-2B32-E70F773FEBC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63" creationId="{AF5CD203-C668-A24E-997D-D2578925377F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0:22:08.337" v="20267" actId="14100"/>
        <pc:sldMkLst>
          <pc:docMk/>
          <pc:sldMk cId="3849089130" sldId="2147480838"/>
        </pc:sldMkLst>
        <pc:spChg chg="mod">
          <ac:chgData name="Takeuchi, Koichiro" userId="b3848a05-443b-4434-8fa5-7398ca0c03c9" providerId="ADAL" clId="{8AE3A369-E55C-4573-8F49-6E668EF80783}" dt="2024-07-12T00:15:31.329" v="19590" actId="20577"/>
          <ac:spMkLst>
            <pc:docMk/>
            <pc:sldMk cId="3849089130" sldId="2147480838"/>
            <ac:spMk id="2" creationId="{7EF1B1EA-0734-2657-0D7D-45CE0B2A5AF5}"/>
          </ac:spMkLst>
        </pc:spChg>
        <pc:spChg chg="mod">
          <ac:chgData name="Takeuchi, Koichiro" userId="b3848a05-443b-4434-8fa5-7398ca0c03c9" providerId="ADAL" clId="{8AE3A369-E55C-4573-8F49-6E668EF80783}" dt="2024-07-12T00:19:17.307" v="20125" actId="20577"/>
          <ac:spMkLst>
            <pc:docMk/>
            <pc:sldMk cId="3849089130" sldId="2147480838"/>
            <ac:spMk id="3" creationId="{6B7DA810-07B4-528E-15B3-0B0B9CB6B99C}"/>
          </ac:spMkLst>
        </pc:spChg>
        <pc:spChg chg="mod">
          <ac:chgData name="Takeuchi, Koichiro" userId="b3848a05-443b-4434-8fa5-7398ca0c03c9" providerId="ADAL" clId="{8AE3A369-E55C-4573-8F49-6E668EF80783}" dt="2024-07-12T00:12:48.011" v="19537" actId="403"/>
          <ac:spMkLst>
            <pc:docMk/>
            <pc:sldMk cId="3849089130" sldId="2147480838"/>
            <ac:spMk id="4" creationId="{81BE9B96-21A5-6915-930F-E21F4C669B06}"/>
          </ac:spMkLst>
        </pc:spChg>
        <pc:spChg chg="add del mod">
          <ac:chgData name="Takeuchi, Koichiro" userId="b3848a05-443b-4434-8fa5-7398ca0c03c9" providerId="ADAL" clId="{8AE3A369-E55C-4573-8F49-6E668EF80783}" dt="2024-07-12T00:15:33.614" v="19591" actId="478"/>
          <ac:spMkLst>
            <pc:docMk/>
            <pc:sldMk cId="3849089130" sldId="2147480838"/>
            <ac:spMk id="7" creationId="{4E741472-FA96-653E-9756-AD2041090CF1}"/>
          </ac:spMkLst>
        </pc:spChg>
        <pc:spChg chg="add mod">
          <ac:chgData name="Takeuchi, Koichiro" userId="b3848a05-443b-4434-8fa5-7398ca0c03c9" providerId="ADAL" clId="{8AE3A369-E55C-4573-8F49-6E668EF80783}" dt="2024-07-12T00:22:08.337" v="20267" actId="14100"/>
          <ac:spMkLst>
            <pc:docMk/>
            <pc:sldMk cId="3849089130" sldId="2147480838"/>
            <ac:spMk id="8" creationId="{7A7D6ECF-8672-90B1-C41E-7E8CA4F965D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9" creationId="{A0E160A5-7D86-1FBD-2C97-0BFC66FB244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0" creationId="{C0C139C4-3BE1-60D4-49EC-A26F7967E0E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1" creationId="{B225072E-7715-F797-8831-65ECAC912FF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2" creationId="{746AE22B-38A0-5C1A-A1BD-3663179EB65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3" creationId="{F269EB3D-9EA9-14C1-BAE7-02B70F27F60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4" creationId="{349663B9-8489-B855-FE55-090F60857EA2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5" creationId="{0954431D-F7C4-B9BB-07B7-8D053BF3C3F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6" creationId="{269BFB13-A183-3068-89A4-DEB83EF8CC3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7" creationId="{813FD338-42E2-276D-6D38-2F820ABD75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8" creationId="{BB0F0C53-BD06-B93F-82D7-38144254F00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9" creationId="{C773225D-E3C0-5DCB-43E3-BD12D2B66C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0" creationId="{F651DCFC-42A1-AEA2-3813-0F1538A91F5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1" creationId="{EE910167-64DB-F6DC-D904-D7BC8DE6268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2" creationId="{1F3118E7-658B-46F3-448A-2D7453A8408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3" creationId="{9CCF22A4-A612-8948-C059-F5255A62EF8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4" creationId="{E555F6E1-70CB-9ABF-98A5-A48073D7882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5" creationId="{F89471B2-5455-25DA-E0CE-839482F754B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6" creationId="{521A74FE-2291-8552-06E5-9EB1BEE2DC2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7" creationId="{72442474-6147-88B3-BF11-8F7B6B97098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8" creationId="{6F20C04D-D2CB-6F6F-D19B-C9D01AFECE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9" creationId="{BFD595CA-8672-CC54-82D0-04D65D2824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0" creationId="{347A3B10-1286-6386-ADAD-D010E3E5549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1" creationId="{C3C5DEC2-0604-BE8A-51E6-504FD3E863E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2" creationId="{CBFF872D-AB46-BF42-26AA-97A07854B075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3" creationId="{294A93E6-919A-04F6-C4B6-657E1343E007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4" creationId="{487F6900-D2E0-EA1F-E502-8F52CD99AA5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5" creationId="{6D0EB408-52BA-14C3-3BFA-6C32848BFA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6" creationId="{C7BF3547-29E6-D215-B909-D18890989FB4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9" creationId="{70F4A0A2-F0CA-176D-D823-E46073253E31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0" creationId="{A609B1F7-3D6F-DF13-3E3E-3148A21FD628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2" creationId="{7008892C-A090-CBFA-137E-1CF1AD68F3A6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3" creationId="{66CBCE56-B4A7-1412-4CFA-B92A53B9E63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4" creationId="{F6B3D51A-1E0D-21F0-1882-7C82EFB7248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5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6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7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8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9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0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1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2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3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4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5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6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7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8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9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0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1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2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3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4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5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6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7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8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9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0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1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2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5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6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8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9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80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1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2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3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4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5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6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7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8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9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0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1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2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3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4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5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6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7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8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9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0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1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2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3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4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5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6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7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8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1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6:01.320" v="19600" actId="20577"/>
          <ac:spMkLst>
            <pc:docMk/>
            <pc:sldMk cId="3849089130" sldId="2147480838"/>
            <ac:spMk id="112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4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5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16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9:24.061" v="20126" actId="478"/>
          <ac:spMkLst>
            <pc:docMk/>
            <pc:sldMk cId="3849089130" sldId="2147480838"/>
            <ac:spMk id="118" creationId="{939B7625-D637-6085-54A5-1A6DBBD9F822}"/>
          </ac:spMkLst>
        </pc:spChg>
        <pc:spChg chg="add mod">
          <ac:chgData name="Takeuchi, Koichiro" userId="b3848a05-443b-4434-8fa5-7398ca0c03c9" providerId="ADAL" clId="{8AE3A369-E55C-4573-8F49-6E668EF80783}" dt="2024-07-12T00:20:33.703" v="20164" actId="207"/>
          <ac:spMkLst>
            <pc:docMk/>
            <pc:sldMk cId="3849089130" sldId="2147480838"/>
            <ac:spMk id="119" creationId="{F94C362C-4689-3421-36B2-0BD404D867E4}"/>
          </ac:spMkLst>
        </pc:s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38" creationId="{F786373F-277D-8CA9-9DD3-568F3F136359}"/>
          </ac:grpSpMkLst>
        </pc:gr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41" creationId="{532ED4C7-4253-57DB-CEB6-51BACF04E6D6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4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7" creationId="{CBB349A8-3E1A-A309-F211-DDA6E13EED99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0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3" creationId="{CBB349A8-3E1A-A309-F211-DDA6E13EED99}"/>
          </ac:grpSpMkLst>
        </pc:grpChg>
        <pc:picChg chg="add mod">
          <ac:chgData name="Takeuchi, Koichiro" userId="b3848a05-443b-4434-8fa5-7398ca0c03c9" providerId="ADAL" clId="{8AE3A369-E55C-4573-8F49-6E668EF80783}" dt="2024-07-12T00:15:41.043" v="19592"/>
          <ac:picMkLst>
            <pc:docMk/>
            <pc:sldMk cId="3849089130" sldId="2147480838"/>
            <ac:picMk id="37" creationId="{2ED85346-B7C5-3E1E-2059-A2BF985624E6}"/>
          </ac:picMkLst>
        </pc:picChg>
        <pc:picChg chg="add del mod">
          <ac:chgData name="Takeuchi, Koichiro" userId="b3848a05-443b-4434-8fa5-7398ca0c03c9" providerId="ADAL" clId="{8AE3A369-E55C-4573-8F49-6E668EF80783}" dt="2024-07-12T00:15:52.604" v="19595" actId="21"/>
          <ac:picMkLst>
            <pc:docMk/>
            <pc:sldMk cId="3849089130" sldId="2147480838"/>
            <ac:picMk id="73" creationId="{4E94D735-C644-5D1A-859E-1C1B3FF0BAD2}"/>
          </ac:picMkLst>
        </pc:picChg>
        <pc:picChg chg="add del mod">
          <ac:chgData name="Takeuchi, Koichiro" userId="b3848a05-443b-4434-8fa5-7398ca0c03c9" providerId="ADAL" clId="{8AE3A369-E55C-4573-8F49-6E668EF80783}" dt="2024-07-12T00:16:07.416" v="19601" actId="21"/>
          <ac:picMkLst>
            <pc:docMk/>
            <pc:sldMk cId="3849089130" sldId="2147480838"/>
            <ac:picMk id="109" creationId="{4E94D735-C644-5D1A-859E-1C1B3FF0BAD2}"/>
          </ac:picMkLst>
        </pc:picChg>
        <pc:picChg chg="add mod">
          <ac:chgData name="Takeuchi, Koichiro" userId="b3848a05-443b-4434-8fa5-7398ca0c03c9" providerId="ADAL" clId="{8AE3A369-E55C-4573-8F49-6E668EF80783}" dt="2024-07-12T00:19:27.982" v="20141" actId="1036"/>
          <ac:picMkLst>
            <pc:docMk/>
            <pc:sldMk cId="3849089130" sldId="2147480838"/>
            <ac:picMk id="117" creationId="{AFBCCD2A-61D8-C008-9A62-066B09EE5552}"/>
          </ac:picMkLst>
        </pc:picChg>
      </pc:sldChg>
      <pc:sldChg chg="addSp modSp new del mod">
        <pc:chgData name="Takeuchi, Koichiro" userId="b3848a05-443b-4434-8fa5-7398ca0c03c9" providerId="ADAL" clId="{8AE3A369-E55C-4573-8F49-6E668EF80783}" dt="2024-07-11T23:28:57.679" v="17528" actId="47"/>
        <pc:sldMkLst>
          <pc:docMk/>
          <pc:sldMk cId="7111861" sldId="2147480839"/>
        </pc:sldMkLst>
        <pc:spChg chg="add mod">
          <ac:chgData name="Takeuchi, Koichiro" userId="b3848a05-443b-4434-8fa5-7398ca0c03c9" providerId="ADAL" clId="{8AE3A369-E55C-4573-8F49-6E668EF80783}" dt="2024-07-04T01:48:25.461" v="10374" actId="20577"/>
          <ac:spMkLst>
            <pc:docMk/>
            <pc:sldMk cId="7111861" sldId="2147480839"/>
            <ac:spMk id="7" creationId="{6CDC2F96-9B21-537A-2D5D-3CB1AC4C7601}"/>
          </ac:spMkLst>
        </pc:spChg>
      </pc:sldChg>
      <pc:sldChg chg="addSp delSp modSp add mod">
        <pc:chgData name="Takeuchi, Koichiro" userId="b3848a05-443b-4434-8fa5-7398ca0c03c9" providerId="ADAL" clId="{8AE3A369-E55C-4573-8F49-6E668EF80783}" dt="2024-07-12T02:29:50.165" v="21326" actId="20577"/>
        <pc:sldMkLst>
          <pc:docMk/>
          <pc:sldMk cId="1607300711" sldId="2147480840"/>
        </pc:sldMkLst>
        <pc:spChg chg="mod">
          <ac:chgData name="Takeuchi, Koichiro" userId="b3848a05-443b-4434-8fa5-7398ca0c03c9" providerId="ADAL" clId="{8AE3A369-E55C-4573-8F49-6E668EF80783}" dt="2024-07-12T00:02:36.373" v="19100" actId="404"/>
          <ac:spMkLst>
            <pc:docMk/>
            <pc:sldMk cId="1607300711" sldId="2147480840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AE3A369-E55C-4573-8F49-6E668EF80783}" dt="2024-07-12T02:25:55.143" v="21278" actId="20577"/>
          <ac:spMkLst>
            <pc:docMk/>
            <pc:sldMk cId="1607300711" sldId="2147480840"/>
            <ac:spMk id="3" creationId="{E3D1267C-2426-816B-4A76-C1E6C6075135}"/>
          </ac:spMkLst>
        </pc:spChg>
        <pc:spChg chg="mod">
          <ac:chgData name="Takeuchi, Koichiro" userId="b3848a05-443b-4434-8fa5-7398ca0c03c9" providerId="ADAL" clId="{8AE3A369-E55C-4573-8F49-6E668EF80783}" dt="2024-07-11T23:58:42.205" v="18959" actId="20577"/>
          <ac:spMkLst>
            <pc:docMk/>
            <pc:sldMk cId="1607300711" sldId="2147480840"/>
            <ac:spMk id="4" creationId="{00A5FE04-EC3A-89E5-9EA0-6E07FBF47F13}"/>
          </ac:spMkLst>
        </pc:spChg>
        <pc:spChg chg="del mod">
          <ac:chgData name="Takeuchi, Koichiro" userId="b3848a05-443b-4434-8fa5-7398ca0c03c9" providerId="ADAL" clId="{8AE3A369-E55C-4573-8F49-6E668EF80783}" dt="2024-07-11T23:43:19.208" v="18474" actId="478"/>
          <ac:spMkLst>
            <pc:docMk/>
            <pc:sldMk cId="1607300711" sldId="2147480840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23:38:28.155" v="18323" actId="478"/>
          <ac:spMkLst>
            <pc:docMk/>
            <pc:sldMk cId="1607300711" sldId="2147480840"/>
            <ac:spMk id="7" creationId="{331BC78D-5A51-84C9-6856-EA72809A63BD}"/>
          </ac:spMkLst>
        </pc:spChg>
        <pc:spChg chg="mod">
          <ac:chgData name="Takeuchi, Koichiro" userId="b3848a05-443b-4434-8fa5-7398ca0c03c9" providerId="ADAL" clId="{8AE3A369-E55C-4573-8F49-6E668EF80783}" dt="2024-07-11T23:41:39.385" v="18469" actId="20577"/>
          <ac:spMkLst>
            <pc:docMk/>
            <pc:sldMk cId="1607300711" sldId="2147480840"/>
            <ac:spMk id="9" creationId="{B86D8330-0B1A-E587-FA07-0AAE4A76EC6B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2" creationId="{45EE08F6-DEC4-E349-C3D4-3A0D55311423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11T23:41:35.627" v="18467" actId="20577"/>
          <ac:spMkLst>
            <pc:docMk/>
            <pc:sldMk cId="1607300711" sldId="2147480840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AE3A369-E55C-4573-8F49-6E668EF80783}" dt="2024-07-11T23:41:42.411" v="18471" actId="20577"/>
          <ac:spMkLst>
            <pc:docMk/>
            <pc:sldMk cId="1607300711" sldId="2147480840"/>
            <ac:spMk id="52" creationId="{31FE5F08-F380-21A0-E6AC-8278563276A2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23:41:46.157" v="18473" actId="20577"/>
          <ac:spMkLst>
            <pc:docMk/>
            <pc:sldMk cId="1607300711" sldId="2147480840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2T02:24:32.734" v="21267" actId="20577"/>
          <ac:spMkLst>
            <pc:docMk/>
            <pc:sldMk cId="1607300711" sldId="2147480840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2" creationId="{14A9D9A1-4AEE-599B-32A1-C126CF147B3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6" creationId="{D1D443BD-5FF5-0466-8254-D380AA63B39F}"/>
          </ac:spMkLst>
        </pc:spChg>
        <pc:spChg chg="mod">
          <ac:chgData name="Takeuchi, Koichiro" userId="b3848a05-443b-4434-8fa5-7398ca0c03c9" providerId="ADAL" clId="{8AE3A369-E55C-4573-8F49-6E668EF80783}" dt="2024-07-12T00:06:31.945" v="19193" actId="20577"/>
          <ac:spMkLst>
            <pc:docMk/>
            <pc:sldMk cId="1607300711" sldId="2147480840"/>
            <ac:spMk id="217" creationId="{040B7B0C-2E0B-336E-FC0D-9741329C79D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8AE3A369-E55C-4573-8F49-6E668EF80783}" dt="2024-07-12T02:26:19.212" v="21296" actId="20577"/>
          <ac:spMkLst>
            <pc:docMk/>
            <pc:sldMk cId="1607300711" sldId="2147480840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8AE3A369-E55C-4573-8F49-6E668EF80783}" dt="2024-07-11T23:59:00.931" v="19019" actId="20577"/>
          <ac:spMkLst>
            <pc:docMk/>
            <pc:sldMk cId="1607300711" sldId="2147480840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8AE3A369-E55C-4573-8F49-6E668EF80783}" dt="2024-07-12T02:29:50.165" v="21326" actId="20577"/>
          <ac:spMkLst>
            <pc:docMk/>
            <pc:sldMk cId="1607300711" sldId="2147480840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11T23:39:54.035" v="18357" actId="165"/>
          <ac:grpSpMkLst>
            <pc:docMk/>
            <pc:sldMk cId="1607300711" sldId="2147480840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23:39:45.735" v="18356" actId="1036"/>
          <ac:grpSpMkLst>
            <pc:docMk/>
            <pc:sldMk cId="1607300711" sldId="2147480840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23:38:21.064" v="18322" actId="14100"/>
          <ac:grpSpMkLst>
            <pc:docMk/>
            <pc:sldMk cId="1607300711" sldId="2147480840"/>
            <ac:grpSpMk id="259" creationId="{BD742AFC-913D-9D9A-8B50-52664690A895}"/>
          </ac:grpSpMkLst>
        </pc:grpChg>
      </pc:sldChg>
      <pc:sldChg chg="add del">
        <pc:chgData name="Takeuchi, Koichiro" userId="b3848a05-443b-4434-8fa5-7398ca0c03c9" providerId="ADAL" clId="{8AE3A369-E55C-4573-8F49-6E668EF80783}" dt="2024-07-11T07:18:05.128" v="13632" actId="47"/>
        <pc:sldMkLst>
          <pc:docMk/>
          <pc:sldMk cId="2390001677" sldId="2147480840"/>
        </pc:sldMkLst>
      </pc:sldChg>
      <pc:sldChg chg="addSp delSp modSp add mod">
        <pc:chgData name="Takeuchi, Koichiro" userId="b3848a05-443b-4434-8fa5-7398ca0c03c9" providerId="ADAL" clId="{8AE3A369-E55C-4573-8F49-6E668EF80783}" dt="2024-07-12T00:55:52.029" v="20477" actId="14100"/>
        <pc:sldMkLst>
          <pc:docMk/>
          <pc:sldMk cId="489336897" sldId="2147480841"/>
        </pc:sldMkLst>
        <pc:spChg chg="mod">
          <ac:chgData name="Takeuchi, Koichiro" userId="b3848a05-443b-4434-8fa5-7398ca0c03c9" providerId="ADAL" clId="{8AE3A369-E55C-4573-8F49-6E668EF80783}" dt="2024-07-12T00:02:28.025" v="19098" actId="404"/>
          <ac:spMkLst>
            <pc:docMk/>
            <pc:sldMk cId="489336897" sldId="2147480841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4.319" v="18949" actId="20577"/>
          <ac:spMkLst>
            <pc:docMk/>
            <pc:sldMk cId="489336897" sldId="2147480841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5:52.029" v="20477" actId="14100"/>
          <ac:spMkLst>
            <pc:docMk/>
            <pc:sldMk cId="489336897" sldId="2147480841"/>
            <ac:spMk id="6" creationId="{90EE92DB-DBB3-C63E-C631-8747CA2DC46E}"/>
          </ac:spMkLst>
        </pc:spChg>
        <pc:spChg chg="del">
          <ac:chgData name="Takeuchi, Koichiro" userId="b3848a05-443b-4434-8fa5-7398ca0c03c9" providerId="ADAL" clId="{8AE3A369-E55C-4573-8F49-6E668EF80783}" dt="2024-07-11T07:40:52.256" v="15402" actId="478"/>
          <ac:spMkLst>
            <pc:docMk/>
            <pc:sldMk cId="489336897" sldId="2147480841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11T23:40:35.319" v="18365" actId="947"/>
          <ac:spMkLst>
            <pc:docMk/>
            <pc:sldMk cId="489336897" sldId="2147480841"/>
            <ac:spMk id="9" creationId="{B86D8330-0B1A-E587-FA07-0AAE4A76EC6B}"/>
          </ac:spMkLst>
        </pc:spChg>
        <pc:spChg chg="mod topLvl">
          <ac:chgData name="Takeuchi, Koichiro" userId="b3848a05-443b-4434-8fa5-7398ca0c03c9" providerId="ADAL" clId="{8AE3A369-E55C-4573-8F49-6E668EF80783}" dt="2024-07-11T07:53:34.346" v="16535" actId="555"/>
          <ac:spMkLst>
            <pc:docMk/>
            <pc:sldMk cId="489336897" sldId="214748084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3:27.948" v="16532" actId="555"/>
          <ac:spMkLst>
            <pc:docMk/>
            <pc:sldMk cId="489336897" sldId="2147480841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47:17.478" v="15985" actId="555"/>
          <ac:spMkLst>
            <pc:docMk/>
            <pc:sldMk cId="489336897" sldId="2147480841"/>
            <ac:spMk id="20" creationId="{C1CCDEAC-293D-CFBD-A6DC-79CC8724D50D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24" creationId="{5DE35DF3-5FE8-F274-8AC5-7357F6730352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6" creationId="{1DA32650-B045-D9BC-3CCD-DDEEDB2D602D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8" creationId="{0EDA5138-D410-C67E-2E37-6B97332AEEAC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9" creationId="{978C9B17-67C8-E6DD-A757-00973BE33D30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0" creationId="{DC79760C-355C-E00E-F8C9-BF089296F00E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1" creationId="{F9C953D7-060B-4103-0A38-78D36EFCE9DF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2" creationId="{EA3D5716-DA44-36C3-FC91-611D3BEF2DC1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3" creationId="{42702711-B423-8CC4-51E5-EA10A15B481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4" creationId="{DD3733C2-63E9-9073-72B8-48C6084F1C9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5" creationId="{5F1C6E13-5CA5-1BF9-0102-8F74C13F2D77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6" creationId="{90F6DD07-9D4B-ECEC-5DC6-1578937F845D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7" creationId="{78CE2519-3690-9D0C-EBDA-40E10BFFA4B6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8" creationId="{5DEB7BA9-9E32-B9D5-263B-C3DB1357F0A4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8AE3A369-E55C-4573-8F49-6E668EF80783}" dt="2024-07-11T07:46:26.125" v="15899" actId="1035"/>
          <ac:spMkLst>
            <pc:docMk/>
            <pc:sldMk cId="489336897" sldId="2147480841"/>
            <ac:spMk id="40" creationId="{E4013D42-869C-F771-1523-5561938B4D87}"/>
          </ac:spMkLst>
        </pc:spChg>
        <pc:spChg chg="add del mod">
          <ac:chgData name="Takeuchi, Koichiro" userId="b3848a05-443b-4434-8fa5-7398ca0c03c9" providerId="ADAL" clId="{8AE3A369-E55C-4573-8F49-6E668EF80783}" dt="2024-07-11T07:44:45.073" v="15889" actId="478"/>
          <ac:spMkLst>
            <pc:docMk/>
            <pc:sldMk cId="489336897" sldId="2147480841"/>
            <ac:spMk id="41" creationId="{F408D1A5-C064-8835-E104-F183353CEB0E}"/>
          </ac:spMkLst>
        </pc:spChg>
        <pc:spChg chg="add del mod">
          <ac:chgData name="Takeuchi, Koichiro" userId="b3848a05-443b-4434-8fa5-7398ca0c03c9" providerId="ADAL" clId="{8AE3A369-E55C-4573-8F49-6E668EF80783}" dt="2024-07-11T07:44:34.598" v="15858" actId="478"/>
          <ac:spMkLst>
            <pc:docMk/>
            <pc:sldMk cId="489336897" sldId="2147480841"/>
            <ac:spMk id="42" creationId="{02FE8B11-5799-59C0-C3B5-606350719AE7}"/>
          </ac:spMkLst>
        </pc:spChg>
        <pc:spChg chg="mod">
          <ac:chgData name="Takeuchi, Koichiro" userId="b3848a05-443b-4434-8fa5-7398ca0c03c9" providerId="ADAL" clId="{8AE3A369-E55C-4573-8F49-6E668EF80783}" dt="2024-07-11T07:52:43.704" v="16523" actId="20577"/>
          <ac:spMkLst>
            <pc:docMk/>
            <pc:sldMk cId="489336897" sldId="2147480841"/>
            <ac:spMk id="56" creationId="{491EEB24-3D1D-D72F-A1D9-0DE73D7B5404}"/>
          </ac:spMkLst>
        </pc:spChg>
        <pc:spChg chg="del">
          <ac:chgData name="Takeuchi, Koichiro" userId="b3848a05-443b-4434-8fa5-7398ca0c03c9" providerId="ADAL" clId="{8AE3A369-E55C-4573-8F49-6E668EF80783}" dt="2024-07-11T07:22:10.911" v="13790" actId="478"/>
          <ac:spMkLst>
            <pc:docMk/>
            <pc:sldMk cId="489336897" sldId="2147480841"/>
            <ac:spMk id="57" creationId="{8CB8B048-6EAE-0492-6BF5-326113B693F2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74" creationId="{C3E3AD82-E1D5-D1A1-56BB-1922A92AC7BD}"/>
          </ac:spMkLst>
        </pc:spChg>
        <pc:spChg chg="mod topLvl">
          <ac:chgData name="Takeuchi, Koichiro" userId="b3848a05-443b-4434-8fa5-7398ca0c03c9" providerId="ADAL" clId="{8AE3A369-E55C-4573-8F49-6E668EF80783}" dt="2024-07-11T07:53:46.747" v="16548" actId="555"/>
          <ac:spMkLst>
            <pc:docMk/>
            <pc:sldMk cId="489336897" sldId="214748084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8" creationId="{FEA6D6A3-6F0A-1214-A01F-411341C529BB}"/>
          </ac:spMkLst>
        </pc:spChg>
        <pc:spChg chg="add del mod">
          <ac:chgData name="Takeuchi, Koichiro" userId="b3848a05-443b-4434-8fa5-7398ca0c03c9" providerId="ADAL" clId="{8AE3A369-E55C-4573-8F49-6E668EF80783}" dt="2024-07-11T07:52:47.261" v="16524" actId="478"/>
          <ac:spMkLst>
            <pc:docMk/>
            <pc:sldMk cId="489336897" sldId="2147480841"/>
            <ac:spMk id="96" creationId="{D4CF37F7-6C23-2003-E09A-66CEE1D3AD24}"/>
          </ac:spMkLst>
        </pc:spChg>
        <pc:spChg chg="mod">
          <ac:chgData name="Takeuchi, Koichiro" userId="b3848a05-443b-4434-8fa5-7398ca0c03c9" providerId="ADAL" clId="{8AE3A369-E55C-4573-8F49-6E668EF80783}" dt="2024-07-11T07:54:07.490" v="16576" actId="255"/>
          <ac:spMkLst>
            <pc:docMk/>
            <pc:sldMk cId="489336897" sldId="2147480841"/>
            <ac:spMk id="102" creationId="{380C856B-096D-D58D-1F14-BD74C777B395}"/>
          </ac:spMkLst>
        </pc:spChg>
        <pc:spChg chg="mod">
          <ac:chgData name="Takeuchi, Koichiro" userId="b3848a05-443b-4434-8fa5-7398ca0c03c9" providerId="ADAL" clId="{8AE3A369-E55C-4573-8F49-6E668EF80783}" dt="2024-07-11T07:54:26.784" v="16611" actId="20577"/>
          <ac:spMkLst>
            <pc:docMk/>
            <pc:sldMk cId="489336897" sldId="2147480841"/>
            <ac:spMk id="105" creationId="{925A08DC-8BAC-BE6C-0D37-8A810DB70136}"/>
          </ac:spMkLst>
        </pc:spChg>
        <pc:spChg chg="mod">
          <ac:chgData name="Takeuchi, Koichiro" userId="b3848a05-443b-4434-8fa5-7398ca0c03c9" providerId="ADAL" clId="{8AE3A369-E55C-4573-8F49-6E668EF80783}" dt="2024-07-11T07:54:42.263" v="16627" actId="20577"/>
          <ac:spMkLst>
            <pc:docMk/>
            <pc:sldMk cId="489336897" sldId="2147480841"/>
            <ac:spMk id="108" creationId="{20031272-822F-197D-EC2C-4784E64C1D85}"/>
          </ac:spMkLst>
        </pc:spChg>
        <pc:spChg chg="add mod">
          <ac:chgData name="Takeuchi, Koichiro" userId="b3848a05-443b-4434-8fa5-7398ca0c03c9" providerId="ADAL" clId="{8AE3A369-E55C-4573-8F49-6E668EF80783}" dt="2024-07-11T23:41:07.264" v="18372" actId="1076"/>
          <ac:spMkLst>
            <pc:docMk/>
            <pc:sldMk cId="489336897" sldId="2147480841"/>
            <ac:spMk id="110" creationId="{3BAB559A-77D4-6EF2-2A0E-7AB3D6026BB9}"/>
          </ac:spMkLst>
        </pc:s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11T07:22:07.667" v="13789" actId="478"/>
          <ac:grpSpMkLst>
            <pc:docMk/>
            <pc:sldMk cId="489336897" sldId="2147480841"/>
            <ac:grpSpMk id="7" creationId="{E336E46D-2C2A-708A-9009-89BDEB85DDBC}"/>
          </ac:grpSpMkLst>
        </pc:gr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8AE3A369-E55C-4573-8F49-6E668EF80783}" dt="2024-07-11T07:53:22.294" v="16530" actId="165"/>
          <ac:grpSpMkLst>
            <pc:docMk/>
            <pc:sldMk cId="489336897" sldId="2147480841"/>
            <ac:grpSpMk id="43" creationId="{F62BF861-3BDF-E0D3-FFE8-4BEDD5E6268D}"/>
          </ac:grpSpMkLst>
        </pc:grpChg>
        <pc:grpChg chg="del">
          <ac:chgData name="Takeuchi, Koichiro" userId="b3848a05-443b-4434-8fa5-7398ca0c03c9" providerId="ADAL" clId="{8AE3A369-E55C-4573-8F49-6E668EF80783}" dt="2024-07-11T07:26:05.574" v="13946" actId="478"/>
          <ac:grpSpMkLst>
            <pc:docMk/>
            <pc:sldMk cId="489336897" sldId="2147480841"/>
            <ac:grpSpMk id="44" creationId="{0268E6E6-0163-7AB8-FE04-4731C4A726D4}"/>
          </ac:grpSpMkLst>
        </pc:grpChg>
        <pc:grpChg chg="add mod">
          <ac:chgData name="Takeuchi, Koichiro" userId="b3848a05-443b-4434-8fa5-7398ca0c03c9" providerId="ADAL" clId="{8AE3A369-E55C-4573-8F49-6E668EF80783}" dt="2024-07-11T07:47:32.990" v="15990" actId="12789"/>
          <ac:grpSpMkLst>
            <pc:docMk/>
            <pc:sldMk cId="489336897" sldId="2147480841"/>
            <ac:grpSpMk id="47" creationId="{D8EE1047-A8A2-0740-2664-88806BE2E5B6}"/>
          </ac:grpSpMkLst>
        </pc:grpChg>
        <pc:grpChg chg="del">
          <ac:chgData name="Takeuchi, Koichiro" userId="b3848a05-443b-4434-8fa5-7398ca0c03c9" providerId="ADAL" clId="{8AE3A369-E55C-4573-8F49-6E668EF80783}" dt="2024-07-11T07:26:08.590" v="13947" actId="478"/>
          <ac:grpSpMkLst>
            <pc:docMk/>
            <pc:sldMk cId="489336897" sldId="2147480841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0" creationId="{8B34D0DF-ED2B-8103-803C-BF460FF02642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3" creationId="{3058AAFE-BC61-F5D2-7304-FAF8D97EA765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6" creationId="{86FEFFE9-0C0F-F8E8-B6AA-633F01148805}"/>
          </ac:grpSpMkLst>
        </pc:grpChg>
        <pc:picChg chg="add mod">
          <ac:chgData name="Takeuchi, Koichiro" userId="b3848a05-443b-4434-8fa5-7398ca0c03c9" providerId="ADAL" clId="{8AE3A369-E55C-4573-8F49-6E668EF80783}" dt="2024-07-11T07:53:46.747" v="16548" actId="555"/>
          <ac:picMkLst>
            <pc:docMk/>
            <pc:sldMk cId="489336897" sldId="2147480841"/>
            <ac:picMk id="97" creationId="{DA3BCDB9-2F9E-2EEF-EBF6-87AEC335FD06}"/>
          </ac:picMkLst>
        </pc:picChg>
        <pc:picChg chg="add mod">
          <ac:chgData name="Takeuchi, Koichiro" userId="b3848a05-443b-4434-8fa5-7398ca0c03c9" providerId="ADAL" clId="{8AE3A369-E55C-4573-8F49-6E668EF80783}" dt="2024-07-11T07:53:36.966" v="16538" actId="1035"/>
          <ac:picMkLst>
            <pc:docMk/>
            <pc:sldMk cId="489336897" sldId="2147480841"/>
            <ac:picMk id="98" creationId="{74E0DF33-744D-7AA0-4619-25DB0F7CAC65}"/>
          </ac:picMkLst>
        </pc:picChg>
        <pc:picChg chg="add mod">
          <ac:chgData name="Takeuchi, Koichiro" userId="b3848a05-443b-4434-8fa5-7398ca0c03c9" providerId="ADAL" clId="{8AE3A369-E55C-4573-8F49-6E668EF80783}" dt="2024-07-11T07:53:27.948" v="16532" actId="555"/>
          <ac:picMkLst>
            <pc:docMk/>
            <pc:sldMk cId="489336897" sldId="2147480841"/>
            <ac:picMk id="99" creationId="{6E486C85-0C8B-62F1-08D7-9F30709C2997}"/>
          </ac:picMkLst>
        </pc:pic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48" creationId="{D4FD7392-C1E2-B608-5C67-1ABC79F55E40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54" creationId="{DB26F43B-A4F2-EDFB-2E37-8D85E9B60EDF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62" creationId="{3BCA13A8-85D4-8A27-0C4B-479D5213A00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65" creationId="{70105A52-964A-C572-4A9F-91567429863F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71" creationId="{A84AEC7F-2F6F-3BF7-95EC-9EC404D26B7C}"/>
          </ac:cxnSpMkLst>
        </pc:cxnChg>
        <pc:cxnChg chg="del mod">
          <ac:chgData name="Takeuchi, Koichiro" userId="b3848a05-443b-4434-8fa5-7398ca0c03c9" providerId="ADAL" clId="{8AE3A369-E55C-4573-8F49-6E668EF80783}" dt="2024-07-11T07:21:30.730" v="13740" actId="478"/>
          <ac:cxnSpMkLst>
            <pc:docMk/>
            <pc:sldMk cId="489336897" sldId="2147480841"/>
            <ac:cxnSpMk id="76" creationId="{0BAFDF68-54E0-523B-45C2-C793ED8C36BB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0" creationId="{0FA0233F-C197-C78E-FB79-9A95021269FF}"/>
          </ac:cxnSpMkLst>
        </pc:cxnChg>
        <pc:cxnChg chg="add mod">
          <ac:chgData name="Takeuchi, Koichiro" userId="b3848a05-443b-4434-8fa5-7398ca0c03c9" providerId="ADAL" clId="{8AE3A369-E55C-4573-8F49-6E668EF80783}" dt="2024-07-11T07:49:01.735" v="16034" actId="14100"/>
          <ac:cxnSpMkLst>
            <pc:docMk/>
            <pc:sldMk cId="489336897" sldId="2147480841"/>
            <ac:cxnSpMk id="83" creationId="{0B29E1F1-83D1-3DF9-4E2D-5D2044BA3DBE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6" creationId="{75F21CE3-3B32-AD57-9662-ECB7265CDF11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89" creationId="{EEB9A801-3C65-3403-54C2-46EA35EB027C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3:59.372" v="16549"/>
          <ac:cxnSpMkLst>
            <pc:docMk/>
            <pc:sldMk cId="489336897" sldId="2147480841"/>
            <ac:cxnSpMk id="101" creationId="{20BC817F-222C-9125-E322-4B6AC310FB46}"/>
          </ac:cxnSpMkLst>
        </pc:cxnChg>
        <pc:cxnChg chg="mod">
          <ac:chgData name="Takeuchi, Koichiro" userId="b3848a05-443b-4434-8fa5-7398ca0c03c9" providerId="ADAL" clId="{8AE3A369-E55C-4573-8F49-6E668EF80783}" dt="2024-07-11T07:54:16.359" v="16586"/>
          <ac:cxnSpMkLst>
            <pc:docMk/>
            <pc:sldMk cId="489336897" sldId="2147480841"/>
            <ac:cxnSpMk id="104" creationId="{72E7B28D-3EEA-0637-B871-B728E8095FFD}"/>
          </ac:cxnSpMkLst>
        </pc:cxnChg>
        <pc:cxnChg chg="mod">
          <ac:chgData name="Takeuchi, Koichiro" userId="b3848a05-443b-4434-8fa5-7398ca0c03c9" providerId="ADAL" clId="{8AE3A369-E55C-4573-8F49-6E668EF80783}" dt="2024-07-11T07:54:36.876" v="16614"/>
          <ac:cxnSpMkLst>
            <pc:docMk/>
            <pc:sldMk cId="489336897" sldId="2147480841"/>
            <ac:cxnSpMk id="107" creationId="{503AD396-25D5-AAC2-4741-CEBB91EBF40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11T07:29:21.292" v="14066" actId="478"/>
          <ac:cxnSpMkLst>
            <pc:docMk/>
            <pc:sldMk cId="489336897" sldId="2147480841"/>
            <ac:cxnSpMk id="143" creationId="{3D096BD8-6E6E-D250-30BE-A545DA8F82A5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70" creationId="{2ADDD7AE-3528-F939-719E-C0D38A3797CB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6:16.658" v="20533" actId="14100"/>
        <pc:sldMkLst>
          <pc:docMk/>
          <pc:sldMk cId="403272463" sldId="2147480842"/>
        </pc:sldMkLst>
        <pc:spChg chg="mod">
          <ac:chgData name="Takeuchi, Koichiro" userId="b3848a05-443b-4434-8fa5-7398ca0c03c9" providerId="ADAL" clId="{8AE3A369-E55C-4573-8F49-6E668EF80783}" dt="2024-07-12T00:02:32.660" v="19099" actId="404"/>
          <ac:spMkLst>
            <pc:docMk/>
            <pc:sldMk cId="403272463" sldId="2147480842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8.255" v="18954" actId="20577"/>
          <ac:spMkLst>
            <pc:docMk/>
            <pc:sldMk cId="403272463" sldId="2147480842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6:16.658" v="20533" actId="14100"/>
          <ac:spMkLst>
            <pc:docMk/>
            <pc:sldMk cId="403272463" sldId="214748084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8" creationId="{353F94FD-E881-5FF8-712F-6F5AC10777B2}"/>
          </ac:spMkLst>
        </pc:spChg>
        <pc:spChg chg="mod">
          <ac:chgData name="Takeuchi, Koichiro" userId="b3848a05-443b-4434-8fa5-7398ca0c03c9" providerId="ADAL" clId="{8AE3A369-E55C-4573-8F49-6E668EF80783}" dt="2024-07-11T07:59:00.054" v="16772" actId="207"/>
          <ac:spMkLst>
            <pc:docMk/>
            <pc:sldMk cId="403272463" sldId="2147480842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0" creationId="{66CF0006-0006-798F-A82E-C57B504E4157}"/>
          </ac:spMkLst>
        </pc:spChg>
        <pc:spChg chg="add mod">
          <ac:chgData name="Takeuchi, Koichiro" userId="b3848a05-443b-4434-8fa5-7398ca0c03c9" providerId="ADAL" clId="{8AE3A369-E55C-4573-8F49-6E668EF80783}" dt="2024-07-11T07:59:23.184" v="16789" actId="1035"/>
          <ac:spMkLst>
            <pc:docMk/>
            <pc:sldMk cId="403272463" sldId="2147480842"/>
            <ac:spMk id="11" creationId="{4D90B926-8ADE-4C36-D0C8-B6C5AE45C9DF}"/>
          </ac:spMkLst>
        </pc:spChg>
        <pc:spChg chg="add del 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4" creationId="{01318334-F0BA-AA8A-0013-7A0C5A4643FD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19" creationId="{62278405-AA73-BB3D-3692-CE3485DF99D9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0" creationId="{C1CCDEAC-293D-CFBD-A6DC-79CC8724D50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21" creationId="{41DE38BB-ACDE-BA84-63B3-896A0AFFA9B6}"/>
          </ac:spMkLst>
        </pc:spChg>
        <pc:spChg chg="add mod">
          <ac:chgData name="Takeuchi, Koichiro" userId="b3848a05-443b-4434-8fa5-7398ca0c03c9" providerId="ADAL" clId="{8AE3A369-E55C-4573-8F49-6E668EF80783}" dt="2024-07-11T07:59:30.723" v="16830" actId="1035"/>
          <ac:spMkLst>
            <pc:docMk/>
            <pc:sldMk cId="403272463" sldId="2147480842"/>
            <ac:spMk id="22" creationId="{EA1260FA-C241-1169-71BB-ADAA87246489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3" creationId="{F43A83E6-F5CB-0B11-CC49-63CC12657B3E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4" creationId="{5DE35DF3-5FE8-F274-8AC5-7357F6730352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5" creationId="{F407CDBF-17F7-C930-1D05-27FF9BBF8574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6" creationId="{1055AAB6-5833-665F-2E90-66F76047418A}"/>
          </ac:spMkLst>
        </pc:spChg>
        <pc:spChg chg="add mod ord">
          <ac:chgData name="Takeuchi, Koichiro" userId="b3848a05-443b-4434-8fa5-7398ca0c03c9" providerId="ADAL" clId="{8AE3A369-E55C-4573-8F49-6E668EF80783}" dt="2024-07-11T23:47:17.046" v="18624" actId="1582"/>
          <ac:spMkLst>
            <pc:docMk/>
            <pc:sldMk cId="403272463" sldId="2147480842"/>
            <ac:spMk id="27" creationId="{55896198-E275-4DDF-259E-73748DC7FE8C}"/>
          </ac:spMkLst>
        </pc:spChg>
        <pc:spChg chg="add del mod">
          <ac:chgData name="Takeuchi, Koichiro" userId="b3848a05-443b-4434-8fa5-7398ca0c03c9" providerId="ADAL" clId="{8AE3A369-E55C-4573-8F49-6E668EF80783}" dt="2024-07-11T23:28:27.917" v="17526" actId="478"/>
          <ac:spMkLst>
            <pc:docMk/>
            <pc:sldMk cId="403272463" sldId="2147480842"/>
            <ac:spMk id="28" creationId="{EDF69261-0175-C1E7-E44C-D564D8DDD90C}"/>
          </ac:spMkLst>
        </pc:spChg>
        <pc:spChg chg="add del mod">
          <ac:chgData name="Takeuchi, Koichiro" userId="b3848a05-443b-4434-8fa5-7398ca0c03c9" providerId="ADAL" clId="{8AE3A369-E55C-4573-8F49-6E668EF80783}" dt="2024-07-11T23:23:49.282" v="17186" actId="478"/>
          <ac:spMkLst>
            <pc:docMk/>
            <pc:sldMk cId="403272463" sldId="2147480842"/>
            <ac:spMk id="29" creationId="{3EAD0560-4830-18DF-8910-1D95779D49DE}"/>
          </ac:spMkLst>
        </pc:spChg>
        <pc:spChg chg="add mod">
          <ac:chgData name="Takeuchi, Koichiro" userId="b3848a05-443b-4434-8fa5-7398ca0c03c9" providerId="ADAL" clId="{8AE3A369-E55C-4573-8F49-6E668EF80783}" dt="2024-07-11T23:27:54.882" v="17501" actId="552"/>
          <ac:spMkLst>
            <pc:docMk/>
            <pc:sldMk cId="403272463" sldId="2147480842"/>
            <ac:spMk id="30" creationId="{069D5DC4-5554-DF02-632A-B4C2BFA879A8}"/>
          </ac:spMkLst>
        </pc:spChg>
        <pc:spChg chg="add mod">
          <ac:chgData name="Takeuchi, Koichiro" userId="b3848a05-443b-4434-8fa5-7398ca0c03c9" providerId="ADAL" clId="{8AE3A369-E55C-4573-8F49-6E668EF80783}" dt="2024-07-11T23:27:42.057" v="17498"/>
          <ac:spMkLst>
            <pc:docMk/>
            <pc:sldMk cId="403272463" sldId="2147480842"/>
            <ac:spMk id="31" creationId="{54FDA52D-ADB2-85C4-8C95-9CA887BE18B8}"/>
          </ac:spMkLst>
        </pc:spChg>
        <pc:spChg chg="add mod">
          <ac:chgData name="Takeuchi, Koichiro" userId="b3848a05-443b-4434-8fa5-7398ca0c03c9" providerId="ADAL" clId="{8AE3A369-E55C-4573-8F49-6E668EF80783}" dt="2024-07-11T23:27:58.067" v="17502" actId="465"/>
          <ac:spMkLst>
            <pc:docMk/>
            <pc:sldMk cId="403272463" sldId="2147480842"/>
            <ac:spMk id="32" creationId="{7BBFDB6C-B8C8-3F19-4B13-D98FDA6AD88A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4" creationId="{DD3733C2-63E9-9073-72B8-48C6084F1C93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5" creationId="{5F1C6E13-5CA5-1BF9-0102-8F74C13F2D77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6" creationId="{90F6DD07-9D4B-ECEC-5DC6-1578937F845D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39" creationId="{C513569F-4B23-3063-5B52-85C3D7795DA8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40" creationId="{E4013D42-869C-F771-1523-5561938B4D87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1" creationId="{C6850488-DFB4-1ED8-1F49-2476D0E20CAF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2" creationId="{19754EC4-19D5-931C-9A97-1ED539B7E5F3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3" creationId="{A5B6D535-49A7-087A-FCDA-A674F3F31604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4" creationId="{944B0AD2-E2DD-C602-3A35-325B012F1351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5" creationId="{ACB2C97E-C816-65F3-AD72-F1A1FDF5574A}"/>
          </ac:spMkLst>
        </pc:spChg>
        <pc:spChg chg="mod">
          <ac:chgData name="Takeuchi, Koichiro" userId="b3848a05-443b-4434-8fa5-7398ca0c03c9" providerId="ADAL" clId="{8AE3A369-E55C-4573-8F49-6E668EF80783}" dt="2024-07-11T23:44:45.022" v="18529" actId="20577"/>
          <ac:spMkLst>
            <pc:docMk/>
            <pc:sldMk cId="403272463" sldId="2147480842"/>
            <ac:spMk id="56" creationId="{491EEB24-3D1D-D72F-A1D9-0DE73D7B5404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07:58:14.200" v="16761" actId="165"/>
          <ac:spMkLst>
            <pc:docMk/>
            <pc:sldMk cId="403272463" sldId="2147480842"/>
            <ac:spMk id="105" creationId="{925A08DC-8BAC-BE6C-0D37-8A810DB70136}"/>
          </ac:spMkLst>
        </pc:spChg>
        <pc:spChg chg="add del">
          <ac:chgData name="Takeuchi, Koichiro" userId="b3848a05-443b-4434-8fa5-7398ca0c03c9" providerId="ADAL" clId="{8AE3A369-E55C-4573-8F49-6E668EF80783}" dt="2024-07-11T07:56:35.465" v="16716" actId="478"/>
          <ac:spMkLst>
            <pc:docMk/>
            <pc:sldMk cId="403272463" sldId="2147480842"/>
            <ac:spMk id="262" creationId="{13F54DFC-015E-3ABF-3B49-E6DF60880083}"/>
          </ac:spMkLst>
        </pc:spChg>
        <pc:grpChg chg="add del mod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3" creationId="{D9B974E1-A313-B518-62E2-64EF0F25FC68}"/>
          </ac:grpSpMkLst>
        </pc:grpChg>
        <pc:grpChg chg="add del mod ord">
          <ac:chgData name="Takeuchi, Koichiro" userId="b3848a05-443b-4434-8fa5-7398ca0c03c9" providerId="ADAL" clId="{8AE3A369-E55C-4573-8F49-6E668EF80783}" dt="2024-07-11T07:58:54.668" v="16770" actId="165"/>
          <ac:grpSpMkLst>
            <pc:docMk/>
            <pc:sldMk cId="403272463" sldId="2147480842"/>
            <ac:grpSpMk id="7" creationId="{6F2CBB75-CF98-AD4C-B711-3EA85D89C046}"/>
          </ac:grpSpMkLst>
        </pc:grpChg>
        <pc:grpChg chg="add mod">
          <ac:chgData name="Takeuchi, Koichiro" userId="b3848a05-443b-4434-8fa5-7398ca0c03c9" providerId="ADAL" clId="{8AE3A369-E55C-4573-8F49-6E668EF80783}" dt="2024-07-11T23:28:10.350" v="17512" actId="1036"/>
          <ac:grpSpMkLst>
            <pc:docMk/>
            <pc:sldMk cId="403272463" sldId="2147480842"/>
            <ac:grpSpMk id="38" creationId="{EEAFF4D3-3370-FEBD-76BE-36E9A2AA533E}"/>
          </ac:grpSpMkLst>
        </pc:grpChg>
        <pc:grpChg chg="mod topLvl">
          <ac:chgData name="Takeuchi, Koichiro" userId="b3848a05-443b-4434-8fa5-7398ca0c03c9" providerId="ADAL" clId="{8AE3A369-E55C-4573-8F49-6E668EF80783}" dt="2024-07-11T07:58:36.174" v="16763" actId="207"/>
          <ac:grpSpMkLst>
            <pc:docMk/>
            <pc:sldMk cId="403272463" sldId="2147480842"/>
            <ac:grpSpMk id="47" creationId="{D8EE1047-A8A2-0740-2664-88806BE2E5B6}"/>
          </ac:grpSpMkLst>
        </pc:grpChg>
        <pc:grpChg chg="mod">
          <ac:chgData name="Takeuchi, Koichiro" userId="b3848a05-443b-4434-8fa5-7398ca0c03c9" providerId="ADAL" clId="{8AE3A369-E55C-4573-8F49-6E668EF80783}" dt="2024-07-11T07:58:07.322" v="16760" actId="14100"/>
          <ac:grpSpMkLst>
            <pc:docMk/>
            <pc:sldMk cId="403272463" sldId="2147480842"/>
            <ac:grpSpMk id="100" creationId="{8B34D0DF-ED2B-8103-803C-BF460FF02642}"/>
          </ac:grpSpMkLst>
        </pc:grpChg>
        <pc:grpChg chg="mod topLvl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103" creationId="{3058AAFE-BC61-F5D2-7304-FAF8D97EA765}"/>
          </ac:grpSpMkLst>
        </pc:grpChg>
        <pc:grpChg chg="add del">
          <ac:chgData name="Takeuchi, Koichiro" userId="b3848a05-443b-4434-8fa5-7398ca0c03c9" providerId="ADAL" clId="{8AE3A369-E55C-4573-8F49-6E668EF80783}" dt="2024-07-11T07:56:40.370" v="16717" actId="478"/>
          <ac:grpSpMkLst>
            <pc:docMk/>
            <pc:sldMk cId="403272463" sldId="2147480842"/>
            <ac:grpSpMk id="106" creationId="{86FEFFE9-0C0F-F8E8-B6AA-633F01148805}"/>
          </ac:grpSpMkLst>
        </pc:grp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7" creationId="{DA3BCDB9-2F9E-2EEF-EBF6-87AEC335FD06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8" creationId="{74E0DF33-744D-7AA0-4619-25DB0F7CAC65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9" creationId="{6E486C85-0C8B-62F1-08D7-9F30709C2997}"/>
          </ac:picMkLst>
        </pc:picChg>
        <pc:cxnChg chg="add mod">
          <ac:chgData name="Takeuchi, Koichiro" userId="b3848a05-443b-4434-8fa5-7398ca0c03c9" providerId="ADAL" clId="{8AE3A369-E55C-4573-8F49-6E668EF80783}" dt="2024-07-11T23:28:00.504" v="17503" actId="14100"/>
          <ac:cxnSpMkLst>
            <pc:docMk/>
            <pc:sldMk cId="403272463" sldId="2147480842"/>
            <ac:cxnSpMk id="33" creationId="{5C3DF6E8-98DE-10EC-B3B6-73FC234486F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48" creationId="{D4FD7392-C1E2-B608-5C67-1ABC79F55E40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54" creationId="{DB26F43B-A4F2-EDFB-2E37-8D85E9B60EDF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62" creationId="{3BCA13A8-85D4-8A27-0C4B-479D5213A003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65" creationId="{70105A52-964A-C572-4A9F-91567429863F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71" creationId="{A84AEC7F-2F6F-3BF7-95EC-9EC404D26B7C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0" creationId="{0FA0233F-C197-C78E-FB79-9A95021269FF}"/>
          </ac:cxnSpMkLst>
        </pc:cxnChg>
        <pc:cxnChg chg="del mod">
          <ac:chgData name="Takeuchi, Koichiro" userId="b3848a05-443b-4434-8fa5-7398ca0c03c9" providerId="ADAL" clId="{8AE3A369-E55C-4573-8F49-6E668EF80783}" dt="2024-07-11T23:47:08.286" v="18623" actId="478"/>
          <ac:cxnSpMkLst>
            <pc:docMk/>
            <pc:sldMk cId="403272463" sldId="2147480842"/>
            <ac:cxnSpMk id="83" creationId="{0B29E1F1-83D1-3DF9-4E2D-5D2044BA3DBE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6" creationId="{75F21CE3-3B32-AD57-9662-ECB7265CDF1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89" creationId="{EEB9A801-3C65-3403-54C2-46EA35EB027C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8:14.200" v="16761" actId="165"/>
          <ac:cxnSpMkLst>
            <pc:docMk/>
            <pc:sldMk cId="403272463" sldId="2147480842"/>
            <ac:cxnSpMk id="104" creationId="{72E7B28D-3EEA-0637-B871-B728E8095FFD}"/>
          </ac:cxnSpMkLst>
        </pc:cxnChg>
      </pc:sldChg>
    </pc:docChg>
  </pc:docChgLst>
  <pc:docChgLst>
    <pc:chgData name="Takeuchi, Koichiro" userId="b3848a05-443b-4434-8fa5-7398ca0c03c9" providerId="ADAL" clId="{9101E218-1D98-47F3-8AF3-D91650792D17}"/>
    <pc:docChg chg="custSel delSld modSld modSection">
      <pc:chgData name="Takeuchi, Koichiro" userId="b3848a05-443b-4434-8fa5-7398ca0c03c9" providerId="ADAL" clId="{9101E218-1D98-47F3-8AF3-D91650792D17}" dt="2024-05-27T08:37:52.315" v="349" actId="20577"/>
      <pc:docMkLst>
        <pc:docMk/>
      </pc:docMkLst>
      <pc:sldChg chg="del">
        <pc:chgData name="Takeuchi, Koichiro" userId="b3848a05-443b-4434-8fa5-7398ca0c03c9" providerId="ADAL" clId="{9101E218-1D98-47F3-8AF3-D91650792D17}" dt="2024-05-27T08:31:14.347" v="137" actId="47"/>
        <pc:sldMkLst>
          <pc:docMk/>
          <pc:sldMk cId="2966159613" sldId="2146849189"/>
        </pc:sldMkLst>
      </pc:sldChg>
      <pc:sldChg chg="delSp modSp mod">
        <pc:chgData name="Takeuchi, Koichiro" userId="b3848a05-443b-4434-8fa5-7398ca0c03c9" providerId="ADAL" clId="{9101E218-1D98-47F3-8AF3-D91650792D17}" dt="2024-05-27T08:21:38.424" v="2" actId="20577"/>
        <pc:sldMkLst>
          <pc:docMk/>
          <pc:sldMk cId="684610595" sldId="2147468582"/>
        </pc:sldMkLst>
        <pc:spChg chg="del">
          <ac:chgData name="Takeuchi, Koichiro" userId="b3848a05-443b-4434-8fa5-7398ca0c03c9" providerId="ADAL" clId="{9101E218-1D98-47F3-8AF3-D91650792D17}" dt="2024-05-27T08:21:34.787" v="0" actId="478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9101E218-1D98-47F3-8AF3-D91650792D17}" dt="2024-05-27T08:21:38.424" v="2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9101E218-1D98-47F3-8AF3-D91650792D17}" dt="2024-05-27T08:37:19.862" v="345" actId="47"/>
        <pc:sldMkLst>
          <pc:docMk/>
          <pc:sldMk cId="530578480" sldId="2147468639"/>
        </pc:sldMkLst>
      </pc:sldChg>
      <pc:sldChg chg="delSp mod">
        <pc:chgData name="Takeuchi, Koichiro" userId="b3848a05-443b-4434-8fa5-7398ca0c03c9" providerId="ADAL" clId="{9101E218-1D98-47F3-8AF3-D91650792D17}" dt="2024-05-27T08:21:52.568" v="3" actId="478"/>
        <pc:sldMkLst>
          <pc:docMk/>
          <pc:sldMk cId="1695821962" sldId="2147468663"/>
        </pc:sldMkLst>
        <pc:spChg chg="del">
          <ac:chgData name="Takeuchi, Koichiro" userId="b3848a05-443b-4434-8fa5-7398ca0c03c9" providerId="ADAL" clId="{9101E218-1D98-47F3-8AF3-D91650792D17}" dt="2024-05-27T08:21:52.568" v="3" actId="478"/>
          <ac:spMkLst>
            <pc:docMk/>
            <pc:sldMk cId="1695821962" sldId="2147468663"/>
            <ac:spMk id="8" creationId="{E25B4093-E5BC-031E-2D42-98B8C61DF278}"/>
          </ac:spMkLst>
        </pc:spChg>
      </pc:sldChg>
      <pc:sldChg chg="del">
        <pc:chgData name="Takeuchi, Koichiro" userId="b3848a05-443b-4434-8fa5-7398ca0c03c9" providerId="ADAL" clId="{9101E218-1D98-47F3-8AF3-D91650792D17}" dt="2024-05-27T08:37:16.208" v="344" actId="47"/>
        <pc:sldMkLst>
          <pc:docMk/>
          <pc:sldMk cId="4161607056" sldId="2147468664"/>
        </pc:sldMkLst>
      </pc:sldChg>
      <pc:sldChg chg="delSp modSp mod">
        <pc:chgData name="Takeuchi, Koichiro" userId="b3848a05-443b-4434-8fa5-7398ca0c03c9" providerId="ADAL" clId="{9101E218-1D98-47F3-8AF3-D91650792D17}" dt="2024-05-27T08:37:52.315" v="349" actId="20577"/>
        <pc:sldMkLst>
          <pc:docMk/>
          <pc:sldMk cId="4282457053" sldId="2147468665"/>
        </pc:sldMkLst>
        <pc:spChg chg="mod">
          <ac:chgData name="Takeuchi, Koichiro" userId="b3848a05-443b-4434-8fa5-7398ca0c03c9" providerId="ADAL" clId="{9101E218-1D98-47F3-8AF3-D91650792D17}" dt="2024-05-27T08:37:52.315" v="349" actId="20577"/>
          <ac:spMkLst>
            <pc:docMk/>
            <pc:sldMk cId="4282457053" sldId="2147468665"/>
            <ac:spMk id="4" creationId="{4E91C10C-2DEB-B4D7-60F2-3238F2D38E1C}"/>
          </ac:spMkLst>
        </pc:spChg>
        <pc:spChg chg="del">
          <ac:chgData name="Takeuchi, Koichiro" userId="b3848a05-443b-4434-8fa5-7398ca0c03c9" providerId="ADAL" clId="{9101E218-1D98-47F3-8AF3-D91650792D17}" dt="2024-05-27T08:22:22.767" v="4" actId="478"/>
          <ac:spMkLst>
            <pc:docMk/>
            <pc:sldMk cId="4282457053" sldId="2147468665"/>
            <ac:spMk id="97" creationId="{40848837-0E64-8A7B-05BA-F3ACE1641505}"/>
          </ac:spMkLst>
        </pc:spChg>
      </pc:sldChg>
      <pc:sldChg chg="addSp delSp modSp mod">
        <pc:chgData name="Takeuchi, Koichiro" userId="b3848a05-443b-4434-8fa5-7398ca0c03c9" providerId="ADAL" clId="{9101E218-1D98-47F3-8AF3-D91650792D17}" dt="2024-05-27T08:22:56.752" v="16" actId="14100"/>
        <pc:sldMkLst>
          <pc:docMk/>
          <pc:sldMk cId="2527263272" sldId="2147468666"/>
        </pc:sldMkLst>
        <pc:spChg chg="add mod">
          <ac:chgData name="Takeuchi, Koichiro" userId="b3848a05-443b-4434-8fa5-7398ca0c03c9" providerId="ADAL" clId="{9101E218-1D98-47F3-8AF3-D91650792D17}" dt="2024-05-27T08:22:56.752" v="16" actId="14100"/>
          <ac:spMkLst>
            <pc:docMk/>
            <pc:sldMk cId="2527263272" sldId="2147468666"/>
            <ac:spMk id="3" creationId="{4DB3E926-B7FA-98D2-465F-C34BD60566C4}"/>
          </ac:spMkLst>
        </pc:spChg>
        <pc:spChg chg="del">
          <ac:chgData name="Takeuchi, Koichiro" userId="b3848a05-443b-4434-8fa5-7398ca0c03c9" providerId="ADAL" clId="{9101E218-1D98-47F3-8AF3-D91650792D17}" dt="2024-05-27T08:22:28.738" v="5" actId="478"/>
          <ac:spMkLst>
            <pc:docMk/>
            <pc:sldMk cId="2527263272" sldId="2147468666"/>
            <ac:spMk id="52" creationId="{8F380167-8699-09CD-1238-FA1D13B1CDF1}"/>
          </ac:spMkLst>
        </pc:spChg>
      </pc:sldChg>
      <pc:sldChg chg="modSp mod">
        <pc:chgData name="Takeuchi, Koichiro" userId="b3848a05-443b-4434-8fa5-7398ca0c03c9" providerId="ADAL" clId="{9101E218-1D98-47F3-8AF3-D91650792D17}" dt="2024-05-27T08:23:39.759" v="17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9101E218-1D98-47F3-8AF3-D91650792D17}" dt="2024-05-27T08:23:39.759" v="17" actId="20577"/>
          <ac:spMkLst>
            <pc:docMk/>
            <pc:sldMk cId="908662233" sldId="2147468668"/>
            <ac:spMk id="9" creationId="{AF25EA85-F864-A148-B359-B1335CA54D0C}"/>
          </ac:spMkLst>
        </pc:spChg>
      </pc:sldChg>
      <pc:sldChg chg="modSp mod">
        <pc:chgData name="Takeuchi, Koichiro" userId="b3848a05-443b-4434-8fa5-7398ca0c03c9" providerId="ADAL" clId="{9101E218-1D98-47F3-8AF3-D91650792D17}" dt="2024-05-27T08:24:04.232" v="46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9101E218-1D98-47F3-8AF3-D91650792D17}" dt="2024-05-27T08:24:04.232" v="46" actId="20577"/>
          <ac:spMkLst>
            <pc:docMk/>
            <pc:sldMk cId="391420764" sldId="2147468669"/>
            <ac:spMk id="3" creationId="{6F87811F-22A0-40CB-5137-F9234735B4E4}"/>
          </ac:spMkLst>
        </pc:spChg>
      </pc:sldChg>
      <pc:sldChg chg="del">
        <pc:chgData name="Takeuchi, Koichiro" userId="b3848a05-443b-4434-8fa5-7398ca0c03c9" providerId="ADAL" clId="{9101E218-1D98-47F3-8AF3-D91650792D17}" dt="2024-05-27T08:31:14.829" v="138" actId="47"/>
        <pc:sldMkLst>
          <pc:docMk/>
          <pc:sldMk cId="220710022" sldId="2147468672"/>
        </pc:sldMkLst>
      </pc:sldChg>
      <pc:sldChg chg="addSp delSp modSp mod">
        <pc:chgData name="Takeuchi, Koichiro" userId="b3848a05-443b-4434-8fa5-7398ca0c03c9" providerId="ADAL" clId="{9101E218-1D98-47F3-8AF3-D91650792D17}" dt="2024-05-27T08:37:08.472" v="343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9101E218-1D98-47F3-8AF3-D91650792D17}" dt="2024-05-27T08:37:08.472" v="343" actId="20577"/>
          <ac:spMkLst>
            <pc:docMk/>
            <pc:sldMk cId="3530669204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" creationId="{7283448C-C2AA-FFB3-0F48-D72492AA42EF}"/>
          </ac:spMkLst>
        </pc:spChg>
        <pc:spChg chg="mod">
          <ac:chgData name="Takeuchi, Koichiro" userId="b3848a05-443b-4434-8fa5-7398ca0c03c9" providerId="ADAL" clId="{9101E218-1D98-47F3-8AF3-D91650792D17}" dt="2024-05-27T08:25:26.295" v="105" actId="20577"/>
          <ac:spMkLst>
            <pc:docMk/>
            <pc:sldMk cId="3530669204" sldId="2147480794"/>
            <ac:spMk id="7" creationId="{1B5211A4-A2F7-DA77-FBA5-5E4B3AB84E16}"/>
          </ac:spMkLst>
        </pc:spChg>
        <pc:spChg chg="add del mod">
          <ac:chgData name="Takeuchi, Koichiro" userId="b3848a05-443b-4434-8fa5-7398ca0c03c9" providerId="ADAL" clId="{9101E218-1D98-47F3-8AF3-D91650792D17}" dt="2024-05-27T08:34:35.426" v="320" actId="478"/>
          <ac:spMkLst>
            <pc:docMk/>
            <pc:sldMk cId="3530669204" sldId="2147480794"/>
            <ac:spMk id="8" creationId="{591CA305-091B-705F-AA6A-3823D5B2379F}"/>
          </ac:spMkLst>
        </pc:spChg>
        <pc:spChg chg="mod">
          <ac:chgData name="Takeuchi, Koichiro" userId="b3848a05-443b-4434-8fa5-7398ca0c03c9" providerId="ADAL" clId="{9101E218-1D98-47F3-8AF3-D91650792D17}" dt="2024-05-27T08:34:33.165" v="319" actId="20577"/>
          <ac:spMkLst>
            <pc:docMk/>
            <pc:sldMk cId="3530669204" sldId="2147480794"/>
            <ac:spMk id="12" creationId="{26DC941C-576A-D927-9AC2-62538BC1BF71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3" creationId="{4E845ACE-23B3-25E4-65FE-6D0CEE69A0FF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6" creationId="{617E6CC5-E981-4213-4242-3781147CE34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0" creationId="{058CE3D4-AFF8-BCE4-358F-C991B1BCEAD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40" creationId="{00D7C407-F1F8-02D4-2BF1-078D990A55F8}"/>
          </ac:spMkLst>
        </pc:spChg>
        <pc:spChg chg="del">
          <ac:chgData name="Takeuchi, Koichiro" userId="b3848a05-443b-4434-8fa5-7398ca0c03c9" providerId="ADAL" clId="{9101E218-1D98-47F3-8AF3-D91650792D17}" dt="2024-05-27T08:24:33.959" v="47" actId="478"/>
          <ac:spMkLst>
            <pc:docMk/>
            <pc:sldMk cId="3530669204" sldId="2147480794"/>
            <ac:spMk id="50" creationId="{EC91DEA5-C9C9-FF3D-9931-D5146ED1628D}"/>
          </ac:spMkLst>
        </pc:spChg>
        <pc:grpChg chg="add mod">
          <ac:chgData name="Takeuchi, Koichiro" userId="b3848a05-443b-4434-8fa5-7398ca0c03c9" providerId="ADAL" clId="{9101E218-1D98-47F3-8AF3-D91650792D17}" dt="2024-05-27T08:26:35.389" v="136" actId="12788"/>
          <ac:grpSpMkLst>
            <pc:docMk/>
            <pc:sldMk cId="3530669204" sldId="2147480794"/>
            <ac:grpSpMk id="4" creationId="{15A6FB33-EE5D-265B-BCBC-2F05CDE82C93}"/>
          </ac:grpSpMkLst>
        </pc:grp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0" creationId="{7CB25799-E983-64FF-81DF-CC717267994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4" creationId="{02704DD5-8396-4DA5-8DC6-9F1214CB1B5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7" creationId="{FFA40AC8-2934-29E8-59D5-B5E5F8ED613D}"/>
          </ac:picMkLst>
        </pc:picChg>
      </pc:sldChg>
      <pc:sldMasterChg chg="delSldLayout">
        <pc:chgData name="Takeuchi, Koichiro" userId="b3848a05-443b-4434-8fa5-7398ca0c03c9" providerId="ADAL" clId="{9101E218-1D98-47F3-8AF3-D91650792D17}" dt="2024-05-27T08:31:14.347" v="137" actId="47"/>
        <pc:sldMasterMkLst>
          <pc:docMk/>
          <pc:sldMasterMk cId="99208917" sldId="2147483662"/>
        </pc:sldMasterMkLst>
        <pc:sldLayoutChg chg="del">
          <pc:chgData name="Takeuchi, Koichiro" userId="b3848a05-443b-4434-8fa5-7398ca0c03c9" providerId="ADAL" clId="{9101E218-1D98-47F3-8AF3-D91650792D17}" dt="2024-05-27T08:31:14.347" v="137" actId="47"/>
          <pc:sldLayoutMkLst>
            <pc:docMk/>
            <pc:sldMasterMk cId="99208917" sldId="2147483662"/>
            <pc:sldLayoutMk cId="273335592" sldId="2147483684"/>
          </pc:sldLayoutMkLst>
        </pc:sldLayoutChg>
      </pc:sldMasterChg>
    </pc:docChg>
  </pc:docChgLst>
  <pc:docChgLst>
    <pc:chgData name="Kaneda, Yuji" userId="1a4dee4e-c192-4eea-a59e-576cfae894ce" providerId="ADAL" clId="{D7085463-F373-41DA-9FE1-8820A86AF3D9}"/>
    <pc:docChg chg="undo custSel modSld">
      <pc:chgData name="Kaneda, Yuji" userId="1a4dee4e-c192-4eea-a59e-576cfae894ce" providerId="ADAL" clId="{D7085463-F373-41DA-9FE1-8820A86AF3D9}" dt="2024-02-09T07:22:12.400" v="620" actId="20577"/>
      <pc:docMkLst>
        <pc:docMk/>
      </pc:docMkLst>
      <pc:sldChg chg="modSp mod">
        <pc:chgData name="Kaneda, Yuji" userId="1a4dee4e-c192-4eea-a59e-576cfae894ce" providerId="ADAL" clId="{D7085463-F373-41DA-9FE1-8820A86AF3D9}" dt="2024-02-09T07:22:12.400" v="620" actId="20577"/>
        <pc:sldMkLst>
          <pc:docMk/>
          <pc:sldMk cId="1060982302" sldId="2147468617"/>
        </pc:sldMkLst>
        <pc:spChg chg="mod">
          <ac:chgData name="Kaneda, Yuji" userId="1a4dee4e-c192-4eea-a59e-576cfae894ce" providerId="ADAL" clId="{D7085463-F373-41DA-9FE1-8820A86AF3D9}" dt="2024-02-09T07:22:12.400" v="620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32.322" v="605" actId="20577"/>
        <pc:sldMkLst>
          <pc:docMk/>
          <pc:sldMk cId="2025993153" sldId="2147468647"/>
        </pc:sldMkLst>
        <pc:spChg chg="mod">
          <ac:chgData name="Kaneda, Yuji" userId="1a4dee4e-c192-4eea-a59e-576cfae894ce" providerId="ADAL" clId="{D7085463-F373-41DA-9FE1-8820A86AF3D9}" dt="2024-02-09T07:21:32.322" v="605" actId="20577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Kaneda, Yuji" userId="1a4dee4e-c192-4eea-a59e-576cfae894ce" providerId="ADAL" clId="{D7085463-F373-41DA-9FE1-8820A86AF3D9}" dt="2024-02-09T04:14:29.089" v="110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modSp mod">
        <pc:chgData name="Kaneda, Yuji" userId="1a4dee4e-c192-4eea-a59e-576cfae894ce" providerId="ADAL" clId="{D7085463-F373-41DA-9FE1-8820A86AF3D9}" dt="2024-02-09T07:20:10.375" v="565" actId="20577"/>
        <pc:sldMkLst>
          <pc:docMk/>
          <pc:sldMk cId="3961304525" sldId="2147468648"/>
        </pc:sldMkLst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2" creationId="{6DC485D3-3BBF-6B24-C6E3-D6AC4117C298}"/>
          </ac:spMkLst>
        </pc:spChg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3" creationId="{081560EC-306B-3A4E-ECC5-74D3240ED5D1}"/>
          </ac:spMkLst>
        </pc:spChg>
        <pc:spChg chg="mod">
          <ac:chgData name="Kaneda, Yuji" userId="1a4dee4e-c192-4eea-a59e-576cfae894ce" providerId="ADAL" clId="{D7085463-F373-41DA-9FE1-8820A86AF3D9}" dt="2024-02-09T07:20:10.375" v="565" actId="20577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Kaneda, Yuji" userId="1a4dee4e-c192-4eea-a59e-576cfae894ce" providerId="ADAL" clId="{D7085463-F373-41DA-9FE1-8820A86AF3D9}" dt="2024-02-09T07:18:30.805" v="505" actId="20577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Kaneda, Yuji" userId="1a4dee4e-c192-4eea-a59e-576cfae894ce" providerId="ADAL" clId="{D7085463-F373-41DA-9FE1-8820A86AF3D9}" dt="2024-02-09T07:16:53.924" v="485" actId="20577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Kaneda, Yuji" userId="1a4dee4e-c192-4eea-a59e-576cfae894ce" providerId="ADAL" clId="{D7085463-F373-41DA-9FE1-8820A86AF3D9}" dt="2024-02-09T07:18:21.370" v="503" actId="20577"/>
          <ac:spMkLst>
            <pc:docMk/>
            <pc:sldMk cId="3961304525" sldId="2147468648"/>
            <ac:spMk id="9" creationId="{8D5079BB-06F8-7E24-4567-3610EEC2F116}"/>
          </ac:spMkLst>
        </pc:sp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5" creationId="{7231EB20-A3E0-63D2-3CD8-A60E76937EB0}"/>
          </ac:cxnSpMkLst>
        </pc:cxn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6" creationId="{4A0A7C61-0593-35BF-E911-9DF6C83688BE}"/>
          </ac:cxnSpMkLst>
        </pc:cxnChg>
        <pc:cxnChg chg="mod">
          <ac:chgData name="Kaneda, Yuji" userId="1a4dee4e-c192-4eea-a59e-576cfae894ce" providerId="ADAL" clId="{D7085463-F373-41DA-9FE1-8820A86AF3D9}" dt="2024-02-09T07:19:47.619" v="557" actId="14100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modSp mod">
        <pc:chgData name="Kaneda, Yuji" userId="1a4dee4e-c192-4eea-a59e-576cfae894ce" providerId="ADAL" clId="{D7085463-F373-41DA-9FE1-8820A86AF3D9}" dt="2024-02-09T07:17:53.248" v="493" actId="20577"/>
        <pc:sldMkLst>
          <pc:docMk/>
          <pc:sldMk cId="1378408446" sldId="2147468649"/>
        </pc:sldMkLst>
        <pc:spChg chg="mod">
          <ac:chgData name="Kaneda, Yuji" userId="1a4dee4e-c192-4eea-a59e-576cfae894ce" providerId="ADAL" clId="{D7085463-F373-41DA-9FE1-8820A86AF3D9}" dt="2024-02-09T07:17:53.248" v="493" actId="20577"/>
          <ac:spMkLst>
            <pc:docMk/>
            <pc:sldMk cId="1378408446" sldId="2147468649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48.095" v="492" actId="20577"/>
        <pc:sldMkLst>
          <pc:docMk/>
          <pc:sldMk cId="2383594870" sldId="2147468650"/>
        </pc:sldMkLst>
        <pc:spChg chg="mod">
          <ac:chgData name="Kaneda, Yuji" userId="1a4dee4e-c192-4eea-a59e-576cfae894ce" providerId="ADAL" clId="{D7085463-F373-41DA-9FE1-8820A86AF3D9}" dt="2024-02-09T07:17:48.095" v="492" actId="20577"/>
          <ac:spMkLst>
            <pc:docMk/>
            <pc:sldMk cId="2383594870" sldId="2147468650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59.703" v="496" actId="20577"/>
        <pc:sldMkLst>
          <pc:docMk/>
          <pc:sldMk cId="1939370276" sldId="2147468651"/>
        </pc:sldMkLst>
        <pc:spChg chg="mod">
          <ac:chgData name="Kaneda, Yuji" userId="1a4dee4e-c192-4eea-a59e-576cfae894ce" providerId="ADAL" clId="{D7085463-F373-41DA-9FE1-8820A86AF3D9}" dt="2024-02-09T07:17:59.703" v="496" actId="20577"/>
          <ac:spMkLst>
            <pc:docMk/>
            <pc:sldMk cId="1939370276" sldId="2147468651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3.578" v="499" actId="20577"/>
        <pc:sldMkLst>
          <pc:docMk/>
          <pc:sldMk cId="3657440233" sldId="2147468652"/>
        </pc:sldMkLst>
        <pc:spChg chg="mod">
          <ac:chgData name="Kaneda, Yuji" userId="1a4dee4e-c192-4eea-a59e-576cfae894ce" providerId="ADAL" clId="{D7085463-F373-41DA-9FE1-8820A86AF3D9}" dt="2024-02-09T07:18:13.578" v="499" actId="20577"/>
          <ac:spMkLst>
            <pc:docMk/>
            <pc:sldMk cId="3657440233" sldId="2147468652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5.648" v="500" actId="20577"/>
        <pc:sldMkLst>
          <pc:docMk/>
          <pc:sldMk cId="3802774104" sldId="2147468653"/>
        </pc:sldMkLst>
        <pc:spChg chg="mod">
          <ac:chgData name="Kaneda, Yuji" userId="1a4dee4e-c192-4eea-a59e-576cfae894ce" providerId="ADAL" clId="{D7085463-F373-41DA-9FE1-8820A86AF3D9}" dt="2024-02-09T07:18:15.648" v="500" actId="20577"/>
          <ac:spMkLst>
            <pc:docMk/>
            <pc:sldMk cId="3802774104" sldId="2147468653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22:03.320" v="615" actId="20577"/>
        <pc:sldMkLst>
          <pc:docMk/>
          <pc:sldMk cId="2996908844" sldId="2147468654"/>
        </pc:sldMkLst>
        <pc:spChg chg="mod">
          <ac:chgData name="Kaneda, Yuji" userId="1a4dee4e-c192-4eea-a59e-576cfae894ce" providerId="ADAL" clId="{D7085463-F373-41DA-9FE1-8820A86AF3D9}" dt="2024-02-09T07:22:03.320" v="615" actId="20577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21.532" v="601" actId="6549"/>
        <pc:sldMkLst>
          <pc:docMk/>
          <pc:sldMk cId="1434949714" sldId="2147468655"/>
        </pc:sldMkLst>
        <pc:spChg chg="mod">
          <ac:chgData name="Kaneda, Yuji" userId="1a4dee4e-c192-4eea-a59e-576cfae894ce" providerId="ADAL" clId="{D7085463-F373-41DA-9FE1-8820A86AF3D9}" dt="2024-02-09T07:21:21.532" v="601" actId="6549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49.694" v="610" actId="20577"/>
        <pc:sldMkLst>
          <pc:docMk/>
          <pc:sldMk cId="683826975" sldId="2147468656"/>
        </pc:sldMkLst>
        <pc:spChg chg="mod">
          <ac:chgData name="Kaneda, Yuji" userId="1a4dee4e-c192-4eea-a59e-576cfae894ce" providerId="ADAL" clId="{D7085463-F373-41DA-9FE1-8820A86AF3D9}" dt="2024-02-09T07:21:49.694" v="610" actId="20577"/>
          <ac:spMkLst>
            <pc:docMk/>
            <pc:sldMk cId="683826975" sldId="2147468656"/>
            <ac:spMk id="9" creationId="{398BB613-BB56-B211-3C55-7FF51BC3AC60}"/>
          </ac:spMkLst>
        </pc:spChg>
      </pc:sldChg>
    </pc:docChg>
  </pc:docChgLst>
  <pc:docChgLst>
    <pc:chgData name="Mino, Akari" userId="S::akari.mino@accenture.com::c7bbf40d-9d1d-44a5-9602-36602871e457" providerId="AD" clId="Web-{8D1576AB-C48B-9A45-6F11-BF06CEEEB99D}"/>
    <pc:docChg chg="sldOrd">
      <pc:chgData name="Mino, Akari" userId="S::akari.mino@accenture.com::c7bbf40d-9d1d-44a5-9602-36602871e457" providerId="AD" clId="Web-{8D1576AB-C48B-9A45-6F11-BF06CEEEB99D}" dt="2024-09-26T02:28:19.907" v="0"/>
      <pc:docMkLst>
        <pc:docMk/>
      </pc:docMkLst>
      <pc:sldChg chg="ord">
        <pc:chgData name="Mino, Akari" userId="S::akari.mino@accenture.com::c7bbf40d-9d1d-44a5-9602-36602871e457" providerId="AD" clId="Web-{8D1576AB-C48B-9A45-6F11-BF06CEEEB99D}" dt="2024-09-26T02:28:19.907" v="0"/>
        <pc:sldMkLst>
          <pc:docMk/>
          <pc:sldMk cId="4035365044" sldId="2147480851"/>
        </pc:sldMkLst>
      </pc:sldChg>
    </pc:docChg>
  </pc:docChgLst>
  <pc:docChgLst>
    <pc:chgData name="Takeuchi, Koichiro" userId="b3848a05-443b-4434-8fa5-7398ca0c03c9" providerId="ADAL" clId="{D2683B93-7CE9-4F21-834C-24C7479A75D0}"/>
    <pc:docChg chg="modSld">
      <pc:chgData name="Takeuchi, Koichiro" userId="b3848a05-443b-4434-8fa5-7398ca0c03c9" providerId="ADAL" clId="{D2683B93-7CE9-4F21-834C-24C7479A75D0}" dt="2024-09-26T01:52:21.289" v="44" actId="20577"/>
      <pc:docMkLst>
        <pc:docMk/>
      </pc:docMkLst>
      <pc:sldChg chg="modSp mod">
        <pc:chgData name="Takeuchi, Koichiro" userId="b3848a05-443b-4434-8fa5-7398ca0c03c9" providerId="ADAL" clId="{D2683B93-7CE9-4F21-834C-24C7479A75D0}" dt="2024-09-26T01:52:21.289" v="44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D2683B93-7CE9-4F21-834C-24C7479A75D0}" dt="2024-09-26T01:52:21.289" v="44" actId="20577"/>
          <ac:spMkLst>
            <pc:docMk/>
            <pc:sldMk cId="684610595" sldId="2147468582"/>
            <ac:spMk id="7" creationId="{A22762E2-0815-406B-AB18-FC327E470E5A}"/>
          </ac:spMkLst>
        </pc:spChg>
      </pc:sldChg>
    </pc:docChg>
  </pc:docChgLst>
  <pc:docChgLst>
    <pc:chgData name="Takeuchi, Koichiro" userId="b3848a05-443b-4434-8fa5-7398ca0c03c9" providerId="ADAL" clId="{0BCE8C6C-860B-4961-8907-604115D89DF6}"/>
    <pc:docChg chg="undo redo custSel addSld delSld modSld modSection">
      <pc:chgData name="Takeuchi, Koichiro" userId="b3848a05-443b-4434-8fa5-7398ca0c03c9" providerId="ADAL" clId="{0BCE8C6C-860B-4961-8907-604115D89DF6}" dt="2024-07-01T09:28:18.762" v="19621" actId="47"/>
      <pc:docMkLst>
        <pc:docMk/>
      </pc:docMkLst>
      <pc:sldChg chg="modSp del mod">
        <pc:chgData name="Takeuchi, Koichiro" userId="b3848a05-443b-4434-8fa5-7398ca0c03c9" providerId="ADAL" clId="{0BCE8C6C-860B-4961-8907-604115D89DF6}" dt="2024-06-27T02:49:06.255" v="14896" actId="47"/>
        <pc:sldMkLst>
          <pc:docMk/>
          <pc:sldMk cId="1771412347" sldId="2147480805"/>
        </pc:sldMkLst>
        <pc:spChg chg="mod">
          <ac:chgData name="Takeuchi, Koichiro" userId="b3848a05-443b-4434-8fa5-7398ca0c03c9" providerId="ADAL" clId="{0BCE8C6C-860B-4961-8907-604115D89DF6}" dt="2024-06-27T02:24:56.927" v="13843" actId="1076"/>
          <ac:spMkLst>
            <pc:docMk/>
            <pc:sldMk cId="1771412347" sldId="2147480805"/>
            <ac:spMk id="5" creationId="{72CCA9CC-3A88-7CAC-9089-56B0661016F1}"/>
          </ac:spMkLst>
        </pc:spChg>
      </pc:sldChg>
      <pc:sldChg chg="addSp delSp modSp mod">
        <pc:chgData name="Takeuchi, Koichiro" userId="b3848a05-443b-4434-8fa5-7398ca0c03c9" providerId="ADAL" clId="{0BCE8C6C-860B-4961-8907-604115D89DF6}" dt="2024-06-27T08:27:40.680" v="17638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0BCE8C6C-860B-4961-8907-604115D89DF6}" dt="2024-06-27T02:52:45.269" v="15281" actId="14100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0BCE8C6C-860B-4961-8907-604115D89DF6}" dt="2024-06-27T00:11:40.490" v="7603" actId="478"/>
          <ac:spMkLst>
            <pc:docMk/>
            <pc:sldMk cId="323859429" sldId="2147480809"/>
            <ac:spMk id="4" creationId="{B433E7B3-26C1-40AF-573C-86A5DF46B6C6}"/>
          </ac:spMkLst>
        </pc:spChg>
        <pc:spChg chg="mod">
          <ac:chgData name="Takeuchi, Koichiro" userId="b3848a05-443b-4434-8fa5-7398ca0c03c9" providerId="ADAL" clId="{0BCE8C6C-860B-4961-8907-604115D89DF6}" dt="2024-06-27T00:22:49.181" v="8223" actId="1035"/>
          <ac:spMkLst>
            <pc:docMk/>
            <pc:sldMk cId="323859429" sldId="2147480809"/>
            <ac:spMk id="7" creationId="{922828E7-750B-A7B6-D196-FE8A1106513F}"/>
          </ac:spMkLst>
        </pc:spChg>
        <pc:spChg chg="add del mod">
          <ac:chgData name="Takeuchi, Koichiro" userId="b3848a05-443b-4434-8fa5-7398ca0c03c9" providerId="ADAL" clId="{0BCE8C6C-860B-4961-8907-604115D89DF6}" dt="2024-06-27T00:22:58.804" v="8225" actId="478"/>
          <ac:spMkLst>
            <pc:docMk/>
            <pc:sldMk cId="323859429" sldId="2147480809"/>
            <ac:spMk id="9" creationId="{A70F8301-AF80-B48D-5C35-CC018DF5F8BF}"/>
          </ac:spMkLst>
        </pc:spChg>
        <pc:spChg chg="add del mod">
          <ac:chgData name="Takeuchi, Koichiro" userId="b3848a05-443b-4434-8fa5-7398ca0c03c9" providerId="ADAL" clId="{0BCE8C6C-860B-4961-8907-604115D89DF6}" dt="2024-06-27T02:52:47.320" v="15282" actId="478"/>
          <ac:spMkLst>
            <pc:docMk/>
            <pc:sldMk cId="323859429" sldId="2147480809"/>
            <ac:spMk id="10" creationId="{DE1B07E7-2A85-5E12-AAC0-DA064BCC9F02}"/>
          </ac:spMkLst>
        </pc:spChg>
        <pc:spChg chg="mod">
          <ac:chgData name="Takeuchi, Koichiro" userId="b3848a05-443b-4434-8fa5-7398ca0c03c9" providerId="ADAL" clId="{0BCE8C6C-860B-4961-8907-604115D89DF6}" dt="2024-06-27T02:51:24.822" v="15060" actId="113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0BCE8C6C-860B-4961-8907-604115D89DF6}" dt="2024-06-27T08:27:40.680" v="1763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0BCE8C6C-860B-4961-8907-604115D89DF6}" dt="2024-06-27T00:22:55.137" v="8224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delSp modSp mod">
        <pc:chgData name="Takeuchi, Koichiro" userId="b3848a05-443b-4434-8fa5-7398ca0c03c9" providerId="ADAL" clId="{0BCE8C6C-860B-4961-8907-604115D89DF6}" dt="2024-06-27T08:27:27.288" v="17597" actId="478"/>
        <pc:sldMkLst>
          <pc:docMk/>
          <pc:sldMk cId="1710641726" sldId="2147480810"/>
        </pc:sldMkLst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3" creationId="{D6BA42BE-6079-6AB3-E841-3080F6D77BAE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0BCE8C6C-860B-4961-8907-604115D89DF6}" dt="2024-06-24T02:25:19.055" v="2469" actId="20577"/>
          <ac:spMkLst>
            <pc:docMk/>
            <pc:sldMk cId="1710641726" sldId="2147480810"/>
            <ac:spMk id="7" creationId="{4C331423-D31E-54C6-B603-3A2DCE7DE991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8" creationId="{44546FDB-8DB3-6BE5-7215-2FB8D69FB847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3.596" v="248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0BCE8C6C-860B-4961-8907-604115D89DF6}" dt="2024-06-24T02:25:23.596" v="248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8.490" v="249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0BCE8C6C-860B-4961-8907-604115D89DF6}" dt="2024-06-24T02:25:28.490" v="249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modSp del mod">
        <pc:chgData name="Takeuchi, Koichiro" userId="b3848a05-443b-4434-8fa5-7398ca0c03c9" providerId="ADAL" clId="{0BCE8C6C-860B-4961-8907-604115D89DF6}" dt="2024-06-27T02:02:28.317" v="12919" actId="47"/>
        <pc:sldMkLst>
          <pc:docMk/>
          <pc:sldMk cId="2130791122" sldId="2147480817"/>
        </pc:sldMkLst>
        <pc:spChg chg="mod">
          <ac:chgData name="Takeuchi, Koichiro" userId="b3848a05-443b-4434-8fa5-7398ca0c03c9" providerId="ADAL" clId="{0BCE8C6C-860B-4961-8907-604115D89DF6}" dt="2024-06-27T00:24:04.469" v="8346" actId="20577"/>
          <ac:spMkLst>
            <pc:docMk/>
            <pc:sldMk cId="2130791122" sldId="2147480817"/>
            <ac:spMk id="2" creationId="{8F3ED2D0-8C64-20C8-AA22-0C1866CAB691}"/>
          </ac:spMkLst>
        </pc:spChg>
        <pc:spChg chg="add mod">
          <ac:chgData name="Takeuchi, Koichiro" userId="b3848a05-443b-4434-8fa5-7398ca0c03c9" providerId="ADAL" clId="{0BCE8C6C-860B-4961-8907-604115D89DF6}" dt="2024-06-27T00:49:15.209" v="9116" actId="20577"/>
          <ac:spMkLst>
            <pc:docMk/>
            <pc:sldMk cId="2130791122" sldId="2147480817"/>
            <ac:spMk id="15" creationId="{ED0F6225-4A49-FDC4-45E6-3D0FE1B08B38}"/>
          </ac:spMkLst>
        </pc:spChg>
        <pc:spChg chg="add mod">
          <ac:chgData name="Takeuchi, Koichiro" userId="b3848a05-443b-4434-8fa5-7398ca0c03c9" providerId="ADAL" clId="{0BCE8C6C-860B-4961-8907-604115D89DF6}" dt="2024-06-27T00:48:42.677" v="9070" actId="1076"/>
          <ac:spMkLst>
            <pc:docMk/>
            <pc:sldMk cId="2130791122" sldId="2147480817"/>
            <ac:spMk id="17" creationId="{161D1ADC-7A06-85A5-6A8C-823C7950F609}"/>
          </ac:spMkLst>
        </pc:spChg>
        <pc:spChg chg="mod">
          <ac:chgData name="Takeuchi, Koichiro" userId="b3848a05-443b-4434-8fa5-7398ca0c03c9" providerId="ADAL" clId="{0BCE8C6C-860B-4961-8907-604115D89DF6}" dt="2024-06-27T00:49:07.532" v="9096" actId="20577"/>
          <ac:spMkLst>
            <pc:docMk/>
            <pc:sldMk cId="2130791122" sldId="2147480817"/>
            <ac:spMk id="29" creationId="{33263DEC-6023-5330-3B8F-5DDA2FCF80E5}"/>
          </ac:spMkLst>
        </pc:spChg>
      </pc:sldChg>
      <pc:sldChg chg="addSp delSp modSp del mod">
        <pc:chgData name="Takeuchi, Koichiro" userId="b3848a05-443b-4434-8fa5-7398ca0c03c9" providerId="ADAL" clId="{0BCE8C6C-860B-4961-8907-604115D89DF6}" dt="2024-06-27T06:06:46.092" v="17468" actId="47"/>
        <pc:sldMkLst>
          <pc:docMk/>
          <pc:sldMk cId="3929662420" sldId="2147480818"/>
        </pc:sldMkLst>
        <pc:spChg chg="add mod">
          <ac:chgData name="Takeuchi, Koichiro" userId="b3848a05-443b-4434-8fa5-7398ca0c03c9" providerId="ADAL" clId="{0BCE8C6C-860B-4961-8907-604115D89DF6}" dt="2024-06-27T02:56:37.486" v="15283"/>
          <ac:spMkLst>
            <pc:docMk/>
            <pc:sldMk cId="3929662420" sldId="2147480818"/>
            <ac:spMk id="10" creationId="{8B9ECE40-4DA2-0B14-8651-17C03C91DEFE}"/>
          </ac:spMkLst>
        </pc:spChg>
        <pc:spChg chg="add mod">
          <ac:chgData name="Takeuchi, Koichiro" userId="b3848a05-443b-4434-8fa5-7398ca0c03c9" providerId="ADAL" clId="{0BCE8C6C-860B-4961-8907-604115D89DF6}" dt="2024-06-27T02:58:16.749" v="15592" actId="20577"/>
          <ac:spMkLst>
            <pc:docMk/>
            <pc:sldMk cId="3929662420" sldId="2147480818"/>
            <ac:spMk id="20" creationId="{9AD9180D-F622-F360-3307-8DCD06DEF623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68" creationId="{74CDD5EB-0126-544B-1D9B-117A2CCB9D32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1" creationId="{3BF40FBA-B0FD-1D8D-30A0-922C54B4026C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7" creationId="{6BEE82FB-9E7B-5DBB-10F9-AD68E0BF9080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91" creationId="{46E161C8-4F1D-82E0-D21C-C009C37DCA22}"/>
          </ac:spMkLst>
        </pc:sp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72" creationId="{F0FB2B42-926C-D26B-E544-58A5804C9A83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4" creationId="{10EB06AE-5A8E-E364-F0E8-DC46A09DB1A0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del">
        <pc:chgData name="Takeuchi, Koichiro" userId="b3848a05-443b-4434-8fa5-7398ca0c03c9" providerId="ADAL" clId="{0BCE8C6C-860B-4961-8907-604115D89DF6}" dt="2024-06-20T07:18:07.166" v="3" actId="47"/>
        <pc:sldMkLst>
          <pc:docMk/>
          <pc:sldMk cId="1843778601" sldId="2147480819"/>
        </pc:sldMkLst>
      </pc:sldChg>
      <pc:sldChg chg="del">
        <pc:chgData name="Takeuchi, Koichiro" userId="b3848a05-443b-4434-8fa5-7398ca0c03c9" providerId="ADAL" clId="{0BCE8C6C-860B-4961-8907-604115D89DF6}" dt="2024-06-20T07:17:53.864" v="0" actId="47"/>
        <pc:sldMkLst>
          <pc:docMk/>
          <pc:sldMk cId="2651279901" sldId="2147480820"/>
        </pc:sldMkLst>
      </pc:sldChg>
      <pc:sldChg chg="del">
        <pc:chgData name="Takeuchi, Koichiro" userId="b3848a05-443b-4434-8fa5-7398ca0c03c9" providerId="ADAL" clId="{0BCE8C6C-860B-4961-8907-604115D89DF6}" dt="2024-06-20T07:17:54.315" v="1" actId="47"/>
        <pc:sldMkLst>
          <pc:docMk/>
          <pc:sldMk cId="1893746339" sldId="2147480821"/>
        </pc:sldMkLst>
      </pc:sldChg>
      <pc:sldChg chg="del">
        <pc:chgData name="Takeuchi, Koichiro" userId="b3848a05-443b-4434-8fa5-7398ca0c03c9" providerId="ADAL" clId="{0BCE8C6C-860B-4961-8907-604115D89DF6}" dt="2024-06-20T07:17:54.747" v="2" actId="47"/>
        <pc:sldMkLst>
          <pc:docMk/>
          <pc:sldMk cId="4135958825" sldId="2147480822"/>
        </pc:sldMkLst>
      </pc:sldChg>
      <pc:sldChg chg="modSp mod">
        <pc:chgData name="Takeuchi, Koichiro" userId="b3848a05-443b-4434-8fa5-7398ca0c03c9" providerId="ADAL" clId="{0BCE8C6C-860B-4961-8907-604115D89DF6}" dt="2024-06-24T02:25:35.484" v="2513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0BCE8C6C-860B-4961-8907-604115D89DF6}" dt="2024-06-24T02:25:35.484" v="2513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4T01:58:31.746" v="2160" actId="47"/>
        <pc:sldMkLst>
          <pc:docMk/>
          <pc:sldMk cId="1281262462" sldId="2147480824"/>
        </pc:sldMkLst>
      </pc:sldChg>
      <pc:sldChg chg="modSp mod">
        <pc:chgData name="Takeuchi, Koichiro" userId="b3848a05-443b-4434-8fa5-7398ca0c03c9" providerId="ADAL" clId="{0BCE8C6C-860B-4961-8907-604115D89DF6}" dt="2024-06-24T02:25:41.181" v="2526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0BCE8C6C-860B-4961-8907-604115D89DF6}" dt="2024-06-24T02:25:41.181" v="2526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7T02:49:08.050" v="14897" actId="47"/>
        <pc:sldMkLst>
          <pc:docMk/>
          <pc:sldMk cId="3882822137" sldId="2147480827"/>
        </pc:sldMkLst>
      </pc:sldChg>
      <pc:sldChg chg="addSp delSp modSp new mod">
        <pc:chgData name="Takeuchi, Koichiro" userId="b3848a05-443b-4434-8fa5-7398ca0c03c9" providerId="ADAL" clId="{0BCE8C6C-860B-4961-8907-604115D89DF6}" dt="2024-06-24T02:25:10.719" v="2456" actId="20577"/>
        <pc:sldMkLst>
          <pc:docMk/>
          <pc:sldMk cId="3308295739" sldId="2147480828"/>
        </pc:sldMkLst>
        <pc:spChg chg="mod">
          <ac:chgData name="Takeuchi, Koichiro" userId="b3848a05-443b-4434-8fa5-7398ca0c03c9" providerId="ADAL" clId="{0BCE8C6C-860B-4961-8907-604115D89DF6}" dt="2024-06-21T02:10:02.119" v="1946" actId="255"/>
          <ac:spMkLst>
            <pc:docMk/>
            <pc:sldMk cId="3308295739" sldId="2147480828"/>
            <ac:spMk id="2" creationId="{1AB4CFF1-42CD-ACEA-E74C-1EDC16198BA8}"/>
          </ac:spMkLst>
        </pc:spChg>
        <pc:spChg chg="mod">
          <ac:chgData name="Takeuchi, Koichiro" userId="b3848a05-443b-4434-8fa5-7398ca0c03c9" providerId="ADAL" clId="{0BCE8C6C-860B-4961-8907-604115D89DF6}" dt="2024-06-24T02:24:04.961" v="2442" actId="20577"/>
          <ac:spMkLst>
            <pc:docMk/>
            <pc:sldMk cId="3308295739" sldId="2147480828"/>
            <ac:spMk id="3" creationId="{9BC06379-8B3B-D59E-D68A-7850A6B0B038}"/>
          </ac:spMkLst>
        </pc:spChg>
        <pc:spChg chg="mod">
          <ac:chgData name="Takeuchi, Koichiro" userId="b3848a05-443b-4434-8fa5-7398ca0c03c9" providerId="ADAL" clId="{0BCE8C6C-860B-4961-8907-604115D89DF6}" dt="2024-06-24T02:25:10.719" v="2456" actId="20577"/>
          <ac:spMkLst>
            <pc:docMk/>
            <pc:sldMk cId="3308295739" sldId="2147480828"/>
            <ac:spMk id="4" creationId="{CE8FE50C-4ED0-3703-A446-8B5DCB696FC5}"/>
          </ac:spMkLst>
        </pc:spChg>
        <pc:spChg chg="add del mod">
          <ac:chgData name="Takeuchi, Koichiro" userId="b3848a05-443b-4434-8fa5-7398ca0c03c9" providerId="ADAL" clId="{0BCE8C6C-860B-4961-8907-604115D89DF6}" dt="2024-06-21T01:13:12.403" v="474" actId="478"/>
          <ac:spMkLst>
            <pc:docMk/>
            <pc:sldMk cId="3308295739" sldId="2147480828"/>
            <ac:spMk id="7" creationId="{A1DADE16-D59D-D712-AD5F-F8421EA4D559}"/>
          </ac:spMkLst>
        </pc:spChg>
        <pc:spChg chg="add mod">
          <ac:chgData name="Takeuchi, Koichiro" userId="b3848a05-443b-4434-8fa5-7398ca0c03c9" providerId="ADAL" clId="{0BCE8C6C-860B-4961-8907-604115D89DF6}" dt="2024-06-24T02:23:08.274" v="2360" actId="20577"/>
          <ac:spMkLst>
            <pc:docMk/>
            <pc:sldMk cId="3308295739" sldId="2147480828"/>
            <ac:spMk id="7" creationId="{DF14A8A7-F1CE-4347-E4C8-984AEE651925}"/>
          </ac:spMkLst>
        </pc:spChg>
        <pc:spChg chg="add del mod">
          <ac:chgData name="Takeuchi, Koichiro" userId="b3848a05-443b-4434-8fa5-7398ca0c03c9" providerId="ADAL" clId="{0BCE8C6C-860B-4961-8907-604115D89DF6}" dt="2024-06-24T02:24:12.603" v="2443" actId="478"/>
          <ac:spMkLst>
            <pc:docMk/>
            <pc:sldMk cId="3308295739" sldId="2147480828"/>
            <ac:spMk id="8" creationId="{00B0EFCF-C8BB-5516-FA5B-C8D09D4E18F2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8" creationId="{39B12B89-AB8E-DD38-A1A2-9221A308BCD1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9" creationId="{3E1CAD79-E5DA-1DF9-1DB7-A9612122E790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0" creationId="{4D7A5D20-0BFF-B5D2-5515-8AB91A82B2A1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1" creationId="{904FFD86-6B54-E9FD-DA21-7757E5121D54}"/>
          </ac:spMkLst>
        </pc:spChg>
        <pc:spChg chg="add del mod">
          <ac:chgData name="Takeuchi, Koichiro" userId="b3848a05-443b-4434-8fa5-7398ca0c03c9" providerId="ADAL" clId="{0BCE8C6C-860B-4961-8907-604115D89DF6}" dt="2024-06-21T01:13:58.295" v="487" actId="478"/>
          <ac:spMkLst>
            <pc:docMk/>
            <pc:sldMk cId="3308295739" sldId="2147480828"/>
            <ac:spMk id="12" creationId="{282E72F1-1D08-AC80-30BC-B9B939BE9A93}"/>
          </ac:spMkLst>
        </pc:spChg>
        <pc:spChg chg="del mod">
          <ac:chgData name="Takeuchi, Koichiro" userId="b3848a05-443b-4434-8fa5-7398ca0c03c9" providerId="ADAL" clId="{0BCE8C6C-860B-4961-8907-604115D89DF6}" dt="2024-06-21T01:27:00.746" v="864" actId="478"/>
          <ac:spMkLst>
            <pc:docMk/>
            <pc:sldMk cId="3308295739" sldId="2147480828"/>
            <ac:spMk id="13" creationId="{7FF47611-4D84-9F0E-AD4E-4696E70D1426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4" creationId="{83B46A54-D20E-45FC-FCE1-17B9AD2D601C}"/>
          </ac:spMkLst>
        </pc:spChg>
        <pc:spChg chg="add del mod">
          <ac:chgData name="Takeuchi, Koichiro" userId="b3848a05-443b-4434-8fa5-7398ca0c03c9" providerId="ADAL" clId="{0BCE8C6C-860B-4961-8907-604115D89DF6}" dt="2024-06-21T01:23:44.242" v="738" actId="478"/>
          <ac:spMkLst>
            <pc:docMk/>
            <pc:sldMk cId="3308295739" sldId="2147480828"/>
            <ac:spMk id="15" creationId="{05A40B6F-39A8-B202-8316-F30FC0DAC158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6" creationId="{5056C7F3-B523-747F-EA46-96F58344B56D}"/>
          </ac:spMkLst>
        </pc:spChg>
        <pc:spChg chg="add del mod">
          <ac:chgData name="Takeuchi, Koichiro" userId="b3848a05-443b-4434-8fa5-7398ca0c03c9" providerId="ADAL" clId="{0BCE8C6C-860B-4961-8907-604115D89DF6}" dt="2024-06-21T01:24:25.356" v="789" actId="478"/>
          <ac:spMkLst>
            <pc:docMk/>
            <pc:sldMk cId="3308295739" sldId="2147480828"/>
            <ac:spMk id="17" creationId="{E65C69B7-DF74-CCA7-9C5A-271F0274AD22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8" creationId="{4F687BC3-6A5D-51F5-E268-D70CB0FEC13B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9" creationId="{2B214535-6979-6EBB-F301-2238C914BE6F}"/>
          </ac:spMkLst>
        </pc:spChg>
        <pc:spChg chg="add del 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0" creationId="{AF87F327-B2C1-D0F9-13D3-A21B6275D016}"/>
          </ac:spMkLst>
        </pc:spChg>
        <pc:spChg chg="add del mod or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1" creationId="{D26F6B2D-3530-3F63-EEC7-7FAC8253D028}"/>
          </ac:spMkLst>
        </pc:spChg>
        <pc:spChg chg="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2" creationId="{868955E1-F744-EA6D-1955-0976509B861B}"/>
          </ac:spMkLst>
        </pc:spChg>
        <pc:spChg chg="add del mod">
          <ac:chgData name="Takeuchi, Koichiro" userId="b3848a05-443b-4434-8fa5-7398ca0c03c9" providerId="ADAL" clId="{0BCE8C6C-860B-4961-8907-604115D89DF6}" dt="2024-06-21T01:29:50.339" v="868" actId="478"/>
          <ac:spMkLst>
            <pc:docMk/>
            <pc:sldMk cId="3308295739" sldId="2147480828"/>
            <ac:spMk id="25" creationId="{7C38B641-49B5-FFE4-7122-76EFC9589365}"/>
          </ac:spMkLst>
        </pc:spChg>
        <pc:spChg chg="add mod">
          <ac:chgData name="Takeuchi, Koichiro" userId="b3848a05-443b-4434-8fa5-7398ca0c03c9" providerId="ADAL" clId="{0BCE8C6C-860B-4961-8907-604115D89DF6}" dt="2024-06-21T01:32:27.275" v="941" actId="1038"/>
          <ac:spMkLst>
            <pc:docMk/>
            <pc:sldMk cId="3308295739" sldId="2147480828"/>
            <ac:spMk id="26" creationId="{075CE7D6-6869-5FBB-22F7-044ADE8C7956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8" creationId="{29DDDE2D-00EA-6FF3-2226-931E0342848F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9" creationId="{473B229C-8589-E6F6-A3BC-1BB0883CD24E}"/>
          </ac:spMkLst>
        </pc:spChg>
        <pc:spChg chg="mod">
          <ac:chgData name="Takeuchi, Koichiro" userId="b3848a05-443b-4434-8fa5-7398ca0c03c9" providerId="ADAL" clId="{0BCE8C6C-860B-4961-8907-604115D89DF6}" dt="2024-06-21T01:29:52.792" v="869"/>
          <ac:spMkLst>
            <pc:docMk/>
            <pc:sldMk cId="3308295739" sldId="2147480828"/>
            <ac:spMk id="32" creationId="{622F426E-03E8-CE6F-7965-496BC1352D7C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3" creationId="{13C9B32C-851A-F4EC-C068-206D81913D47}"/>
          </ac:spMkLst>
        </pc:spChg>
        <pc:spChg chg="add mod">
          <ac:chgData name="Takeuchi, Koichiro" userId="b3848a05-443b-4434-8fa5-7398ca0c03c9" providerId="ADAL" clId="{0BCE8C6C-860B-4961-8907-604115D89DF6}" dt="2024-06-21T01:31:39.151" v="901" actId="1035"/>
          <ac:spMkLst>
            <pc:docMk/>
            <pc:sldMk cId="3308295739" sldId="2147480828"/>
            <ac:spMk id="34" creationId="{0045D193-AD17-ADA2-16F9-DD0995906467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35" creationId="{3766BF7C-ADA1-3D92-CE9D-08E60960DB77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6" creationId="{420FB18F-1BBD-2816-2239-420535D45D1D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7" creationId="{C9A7C990-281E-B384-36D2-290DE7FE0140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38" creationId="{A6B406A4-F0D4-5999-F6D4-90072CD3B290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39" creationId="{D977FA07-2AF9-EF9D-297E-F593F485A090}"/>
          </ac:spMkLst>
        </pc:spChg>
        <pc:spChg chg="add mod">
          <ac:chgData name="Takeuchi, Koichiro" userId="b3848a05-443b-4434-8fa5-7398ca0c03c9" providerId="ADAL" clId="{0BCE8C6C-860B-4961-8907-604115D89DF6}" dt="2024-06-21T01:32:37.815" v="965" actId="1037"/>
          <ac:spMkLst>
            <pc:docMk/>
            <pc:sldMk cId="3308295739" sldId="2147480828"/>
            <ac:spMk id="40" creationId="{3CCFEAEA-0D6B-41B3-3B2F-DD694C840917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41" creationId="{D04B7D05-04F0-653D-506A-B0CA05FF7278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48" creationId="{0AE5AEFF-62A4-D98F-0E98-3C3FD6FA4FAE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49" creationId="{FE362086-AF90-7C92-C493-47C02696A5E7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0" creationId="{792A8FDA-0D74-094D-041B-23615D4B83CA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1" creationId="{887BCC8A-E30E-7EA0-E271-8FC659387231}"/>
          </ac:spMkLst>
        </pc:spChg>
        <pc:spChg chg="add del mod">
          <ac:chgData name="Takeuchi, Koichiro" userId="b3848a05-443b-4434-8fa5-7398ca0c03c9" providerId="ADAL" clId="{0BCE8C6C-860B-4961-8907-604115D89DF6}" dt="2024-06-21T01:35:08.607" v="1038" actId="478"/>
          <ac:spMkLst>
            <pc:docMk/>
            <pc:sldMk cId="3308295739" sldId="2147480828"/>
            <ac:spMk id="52" creationId="{C1F93B12-1E54-F156-0E23-3B210A6CD606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53" creationId="{8190A7DB-26B9-B495-CF3A-14A26365B8C0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4" creationId="{BC4D1235-881A-9DE1-D09C-6FCE4C58FF29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5" creationId="{E67AA2DB-A7D6-176B-90E6-25237FB585ED}"/>
          </ac:spMkLst>
        </pc:spChg>
        <pc:spChg chg="add mod">
          <ac:chgData name="Takeuchi, Koichiro" userId="b3848a05-443b-4434-8fa5-7398ca0c03c9" providerId="ADAL" clId="{0BCE8C6C-860B-4961-8907-604115D89DF6}" dt="2024-06-21T01:32:12.209" v="932" actId="20577"/>
          <ac:spMkLst>
            <pc:docMk/>
            <pc:sldMk cId="3308295739" sldId="2147480828"/>
            <ac:spMk id="56" creationId="{357E0539-C85A-A3EA-36CB-9FC7DF4B3F36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7" creationId="{67BA60C0-DCDF-B55E-7E19-B0FDB00A4F64}"/>
          </ac:spMkLst>
        </pc:spChg>
        <pc:spChg chg="add mod">
          <ac:chgData name="Takeuchi, Koichiro" userId="b3848a05-443b-4434-8fa5-7398ca0c03c9" providerId="ADAL" clId="{0BCE8C6C-860B-4961-8907-604115D89DF6}" dt="2024-06-21T01:32:41.717" v="981" actId="1037"/>
          <ac:spMkLst>
            <pc:docMk/>
            <pc:sldMk cId="3308295739" sldId="2147480828"/>
            <ac:spMk id="58" creationId="{DE9BBEBB-F0FD-A2FB-2275-4218606A17C0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59" creationId="{893FA56C-5EEE-2B76-39B4-277046666FFF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0" creationId="{0A83B069-52A7-6430-F5C8-78CD25F3AE5A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1" creationId="{EB895FDA-06E6-0F9F-887F-9BF6649DDB74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2" creationId="{0A8BE7F2-60E2-D944-66FE-40871433D851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3" creationId="{A061A8FC-90B3-941B-DE49-C16A5CBEA632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64" creationId="{039FF97F-4ADA-D6E0-D020-E12103116E83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65" creationId="{AAC42172-EFA8-300E-4C75-A09B47520C2A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7" creationId="{BE8C5713-2BFC-FA6C-47DC-5B183A4D7428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8" creationId="{858AF38B-46E1-409A-8233-FCCBDE49D3CA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69" creationId="{A3F75496-A4DF-A6A8-2FBF-1DF18053E09B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70" creationId="{03CE64BE-66B0-F6BF-9AA9-4A102E449DD5}"/>
          </ac:spMkLst>
        </pc:spChg>
        <pc:spChg chg="add mod">
          <ac:chgData name="Takeuchi, Koichiro" userId="b3848a05-443b-4434-8fa5-7398ca0c03c9" providerId="ADAL" clId="{0BCE8C6C-860B-4961-8907-604115D89DF6}" dt="2024-06-21T01:36:30.185" v="1074" actId="1036"/>
          <ac:spMkLst>
            <pc:docMk/>
            <pc:sldMk cId="3308295739" sldId="2147480828"/>
            <ac:spMk id="72" creationId="{5ABF36BC-A9F5-D852-5CA0-18EFEBBAC9CA}"/>
          </ac:spMkLst>
        </pc:spChg>
        <pc:spChg chg="add mod">
          <ac:chgData name="Takeuchi, Koichiro" userId="b3848a05-443b-4434-8fa5-7398ca0c03c9" providerId="ADAL" clId="{0BCE8C6C-860B-4961-8907-604115D89DF6}" dt="2024-06-21T01:40:54.224" v="1358" actId="1076"/>
          <ac:spMkLst>
            <pc:docMk/>
            <pc:sldMk cId="3308295739" sldId="2147480828"/>
            <ac:spMk id="76" creationId="{B27D01A2-0C24-C1C3-D8A4-80BBF2C9B767}"/>
          </ac:spMkLst>
        </pc:spChg>
        <pc:spChg chg="add mod">
          <ac:chgData name="Takeuchi, Koichiro" userId="b3848a05-443b-4434-8fa5-7398ca0c03c9" providerId="ADAL" clId="{0BCE8C6C-860B-4961-8907-604115D89DF6}" dt="2024-06-24T02:01:19.286" v="2179" actId="20577"/>
          <ac:spMkLst>
            <pc:docMk/>
            <pc:sldMk cId="3308295739" sldId="2147480828"/>
            <ac:spMk id="77" creationId="{85E50E37-FDF3-7A0D-CA50-22EAA4C307A7}"/>
          </ac:spMkLst>
        </pc:spChg>
        <pc:spChg chg="add del mod">
          <ac:chgData name="Takeuchi, Koichiro" userId="b3848a05-443b-4434-8fa5-7398ca0c03c9" providerId="ADAL" clId="{0BCE8C6C-860B-4961-8907-604115D89DF6}" dt="2024-06-21T01:39:46.442" v="1348" actId="478"/>
          <ac:spMkLst>
            <pc:docMk/>
            <pc:sldMk cId="3308295739" sldId="2147480828"/>
            <ac:spMk id="78" creationId="{9BFD0496-5A36-CA30-F5B9-4430FBCE19AB}"/>
          </ac:spMkLst>
        </pc:spChg>
        <pc:spChg chg="add del mod">
          <ac:chgData name="Takeuchi, Koichiro" userId="b3848a05-443b-4434-8fa5-7398ca0c03c9" providerId="ADAL" clId="{0BCE8C6C-860B-4961-8907-604115D89DF6}" dt="2024-06-21T01:41:46.619" v="1396" actId="14100"/>
          <ac:spMkLst>
            <pc:docMk/>
            <pc:sldMk cId="3308295739" sldId="2147480828"/>
            <ac:spMk id="82" creationId="{73FA24C1-522A-9B01-7CD9-3C17463FB313}"/>
          </ac:spMkLst>
        </pc:spChg>
        <pc:spChg chg="add mod">
          <ac:chgData name="Takeuchi, Koichiro" userId="b3848a05-443b-4434-8fa5-7398ca0c03c9" providerId="ADAL" clId="{0BCE8C6C-860B-4961-8907-604115D89DF6}" dt="2024-06-21T01:41:55.844" v="1398" actId="113"/>
          <ac:spMkLst>
            <pc:docMk/>
            <pc:sldMk cId="3308295739" sldId="2147480828"/>
            <ac:spMk id="83" creationId="{FA821AE9-9360-6F6E-A4E6-531841CFE3A4}"/>
          </ac:spMkLst>
        </pc:spChg>
        <pc:spChg chg="add del mod">
          <ac:chgData name="Takeuchi, Koichiro" userId="b3848a05-443b-4434-8fa5-7398ca0c03c9" providerId="ADAL" clId="{0BCE8C6C-860B-4961-8907-604115D89DF6}" dt="2024-06-21T01:47:16.561" v="1634" actId="478"/>
          <ac:spMkLst>
            <pc:docMk/>
            <pc:sldMk cId="3308295739" sldId="2147480828"/>
            <ac:spMk id="87" creationId="{196CEFC4-4E8A-3A2C-1A86-2C31F315BB5A}"/>
          </ac:spMkLst>
        </pc:spChg>
        <pc:spChg chg="add del mod">
          <ac:chgData name="Takeuchi, Koichiro" userId="b3848a05-443b-4434-8fa5-7398ca0c03c9" providerId="ADAL" clId="{0BCE8C6C-860B-4961-8907-604115D89DF6}" dt="2024-06-24T02:19:24.427" v="2303" actId="478"/>
          <ac:spMkLst>
            <pc:docMk/>
            <pc:sldMk cId="3308295739" sldId="2147480828"/>
            <ac:spMk id="92" creationId="{9B6215F3-B3FB-C976-5F51-A0DBF57918A9}"/>
          </ac:spMkLst>
        </pc:spChg>
        <pc:spChg chg="add del mod">
          <ac:chgData name="Takeuchi, Koichiro" userId="b3848a05-443b-4434-8fa5-7398ca0c03c9" providerId="ADAL" clId="{0BCE8C6C-860B-4961-8907-604115D89DF6}" dt="2024-06-21T02:03:21.230" v="1756" actId="478"/>
          <ac:spMkLst>
            <pc:docMk/>
            <pc:sldMk cId="3308295739" sldId="2147480828"/>
            <ac:spMk id="93" creationId="{D0B53E45-5FA2-94E3-97B5-4C0C1AE95BCF}"/>
          </ac:spMkLst>
        </pc:spChg>
        <pc:spChg chg="add del mod">
          <ac:chgData name="Takeuchi, Koichiro" userId="b3848a05-443b-4434-8fa5-7398ca0c03c9" providerId="ADAL" clId="{0BCE8C6C-860B-4961-8907-604115D89DF6}" dt="2024-06-24T02:19:28.588" v="2304" actId="478"/>
          <ac:spMkLst>
            <pc:docMk/>
            <pc:sldMk cId="3308295739" sldId="2147480828"/>
            <ac:spMk id="94" creationId="{2773433F-20FA-AD47-48F4-6A28F5A8E91A}"/>
          </ac:spMkLst>
        </pc:spChg>
        <pc:grpChg chg="add mod">
          <ac:chgData name="Takeuchi, Koichiro" userId="b3848a05-443b-4434-8fa5-7398ca0c03c9" providerId="ADAL" clId="{0BCE8C6C-860B-4961-8907-604115D89DF6}" dt="2024-06-21T01:31:08.061" v="897" actId="1076"/>
          <ac:grpSpMkLst>
            <pc:docMk/>
            <pc:sldMk cId="3308295739" sldId="2147480828"/>
            <ac:grpSpMk id="30" creationId="{6FC77C8C-076E-AF1D-E61F-D13BE72DCC27}"/>
          </ac:grpSpMkLst>
        </pc:grp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8" creationId="{20FD373C-BEB7-9ED0-2C7D-32172CE97D95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9" creationId="{3DC663AA-B721-8697-7F20-0A6241F641BA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0" creationId="{D8F459CC-E80B-68F5-4EF9-8C149D20E5EF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1" creationId="{CB2553E0-CCE9-DB2D-7D23-36B7C97F72BD}"/>
          </ac:picMkLst>
        </pc:picChg>
        <pc:picChg chg="add del mod">
          <ac:chgData name="Takeuchi, Koichiro" userId="b3848a05-443b-4434-8fa5-7398ca0c03c9" providerId="ADAL" clId="{0BCE8C6C-860B-4961-8907-604115D89DF6}" dt="2024-06-21T02:46:36.067" v="2094" actId="478"/>
          <ac:picMkLst>
            <pc:docMk/>
            <pc:sldMk cId="3308295739" sldId="2147480828"/>
            <ac:picMk id="95" creationId="{73AF017E-679B-AAD2-6236-19B42C1BB043}"/>
          </ac:picMkLst>
        </pc:pic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3" creationId="{9A5CB525-E9EF-7090-D079-DE763B90F85D}"/>
          </ac:cxnSpMkLst>
        </pc:cxn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4" creationId="{C8A8FDD9-B90B-AC3C-A947-75ADACFCF576}"/>
          </ac:cxnSpMkLst>
        </pc:cxnChg>
        <pc:cxnChg chg="add mod">
          <ac:chgData name="Takeuchi, Koichiro" userId="b3848a05-443b-4434-8fa5-7398ca0c03c9" providerId="ADAL" clId="{0BCE8C6C-860B-4961-8907-604115D89DF6}" dt="2024-06-21T01:31:08.061" v="897" actId="1076"/>
          <ac:cxnSpMkLst>
            <pc:docMk/>
            <pc:sldMk cId="3308295739" sldId="2147480828"/>
            <ac:cxnSpMk id="27" creationId="{9F09AD21-6584-C907-17A4-355EE312A1E6}"/>
          </ac:cxnSpMkLst>
        </pc:cxnChg>
        <pc:cxnChg chg="mod">
          <ac:chgData name="Takeuchi, Koichiro" userId="b3848a05-443b-4434-8fa5-7398ca0c03c9" providerId="ADAL" clId="{0BCE8C6C-860B-4961-8907-604115D89DF6}" dt="2024-06-21T01:29:52.792" v="869"/>
          <ac:cxnSpMkLst>
            <pc:docMk/>
            <pc:sldMk cId="3308295739" sldId="2147480828"/>
            <ac:cxnSpMk id="31" creationId="{92345301-B9B2-E142-1005-C1A8FD8C40A1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2" creationId="{F97FDCC7-8E70-4E4D-8D3D-7A70155ED21D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3" creationId="{ED80DDAD-0FA4-6119-CCD3-4EEF1474779D}"/>
          </ac:cxnSpMkLst>
        </pc:cxnChg>
        <pc:cxnChg chg="add mod">
          <ac:chgData name="Takeuchi, Koichiro" userId="b3848a05-443b-4434-8fa5-7398ca0c03c9" providerId="ADAL" clId="{0BCE8C6C-860B-4961-8907-604115D89DF6}" dt="2024-06-21T01:31:32.594" v="900" actId="14100"/>
          <ac:cxnSpMkLst>
            <pc:docMk/>
            <pc:sldMk cId="3308295739" sldId="2147480828"/>
            <ac:cxnSpMk id="44" creationId="{AAAC90EE-E3F5-C41D-AA75-19D4D311850E}"/>
          </ac:cxnSpMkLst>
        </pc:cxnChg>
        <pc:cxnChg chg="add mod">
          <ac:chgData name="Takeuchi, Koichiro" userId="b3848a05-443b-4434-8fa5-7398ca0c03c9" providerId="ADAL" clId="{0BCE8C6C-860B-4961-8907-604115D89DF6}" dt="2024-06-21T01:31:39.151" v="901" actId="1035"/>
          <ac:cxnSpMkLst>
            <pc:docMk/>
            <pc:sldMk cId="3308295739" sldId="2147480828"/>
            <ac:cxnSpMk id="45" creationId="{17E16BC0-3853-798A-1AF6-87A2B4A79474}"/>
          </ac:cxnSpMkLst>
        </pc:cxnChg>
        <pc:cxnChg chg="add mod">
          <ac:chgData name="Takeuchi, Koichiro" userId="b3848a05-443b-4434-8fa5-7398ca0c03c9" providerId="ADAL" clId="{0BCE8C6C-860B-4961-8907-604115D89DF6}" dt="2024-06-21T01:32:32.796" v="953" actId="1038"/>
          <ac:cxnSpMkLst>
            <pc:docMk/>
            <pc:sldMk cId="3308295739" sldId="2147480828"/>
            <ac:cxnSpMk id="46" creationId="{889A9542-EC72-1C31-0793-27210C784324}"/>
          </ac:cxnSpMkLst>
        </pc:cxnChg>
        <pc:cxnChg chg="add mod">
          <ac:chgData name="Takeuchi, Koichiro" userId="b3848a05-443b-4434-8fa5-7398ca0c03c9" providerId="ADAL" clId="{0BCE8C6C-860B-4961-8907-604115D89DF6}" dt="2024-06-21T01:32:37.815" v="965" actId="1037"/>
          <ac:cxnSpMkLst>
            <pc:docMk/>
            <pc:sldMk cId="3308295739" sldId="2147480828"/>
            <ac:cxnSpMk id="47" creationId="{CCC42235-39AC-C075-9CBA-5194EF7398CF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66" creationId="{96532814-EC4D-D470-1C11-138516E00E2B}"/>
          </ac:cxnSpMkLst>
        </pc:cxnChg>
        <pc:cxnChg chg="add mod">
          <ac:chgData name="Takeuchi, Koichiro" userId="b3848a05-443b-4434-8fa5-7398ca0c03c9" providerId="ADAL" clId="{0BCE8C6C-860B-4961-8907-604115D89DF6}" dt="2024-06-24T02:01:51.405" v="2205" actId="12788"/>
          <ac:cxnSpMkLst>
            <pc:docMk/>
            <pc:sldMk cId="3308295739" sldId="2147480828"/>
            <ac:cxnSpMk id="73" creationId="{F2CCA3C6-5519-31EB-095E-71D0B43F743C}"/>
          </ac:cxnSpMkLst>
        </pc:cxnChg>
        <pc:cxnChg chg="add mod">
          <ac:chgData name="Takeuchi, Koichiro" userId="b3848a05-443b-4434-8fa5-7398ca0c03c9" providerId="ADAL" clId="{0BCE8C6C-860B-4961-8907-604115D89DF6}" dt="2024-06-21T01:41:05.493" v="1364" actId="14100"/>
          <ac:cxnSpMkLst>
            <pc:docMk/>
            <pc:sldMk cId="3308295739" sldId="2147480828"/>
            <ac:cxnSpMk id="79" creationId="{04330327-1E48-06E2-59E0-8A492E2AB0E7}"/>
          </ac:cxnSpMkLst>
        </pc:cxnChg>
        <pc:cxnChg chg="add mod">
          <ac:chgData name="Takeuchi, Koichiro" userId="b3848a05-443b-4434-8fa5-7398ca0c03c9" providerId="ADAL" clId="{0BCE8C6C-860B-4961-8907-604115D89DF6}" dt="2024-06-21T01:42:15.951" v="1404" actId="14100"/>
          <ac:cxnSpMkLst>
            <pc:docMk/>
            <pc:sldMk cId="3308295739" sldId="2147480828"/>
            <ac:cxnSpMk id="84" creationId="{61C8D1F4-5F01-FECD-E21E-EF7114E5DE7F}"/>
          </ac:cxnSpMkLst>
        </pc:cxnChg>
      </pc:sldChg>
      <pc:sldChg chg="addSp delSp modSp new mod">
        <pc:chgData name="Takeuchi, Koichiro" userId="b3848a05-443b-4434-8fa5-7398ca0c03c9" providerId="ADAL" clId="{0BCE8C6C-860B-4961-8907-604115D89DF6}" dt="2024-06-24T03:57:02.024" v="6910" actId="20577"/>
        <pc:sldMkLst>
          <pc:docMk/>
          <pc:sldMk cId="3580450898" sldId="2147480829"/>
        </pc:sldMkLst>
        <pc:spChg chg="mod">
          <ac:chgData name="Takeuchi, Koichiro" userId="b3848a05-443b-4434-8fa5-7398ca0c03c9" providerId="ADAL" clId="{0BCE8C6C-860B-4961-8907-604115D89DF6}" dt="2024-06-24T02:30:52.983" v="2587" actId="20577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0BCE8C6C-860B-4961-8907-604115D89DF6}" dt="2024-06-24T03:53:24.435" v="6866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0BCE8C6C-860B-4961-8907-604115D89DF6}" dt="2024-06-24T02:28:39.487" v="2538" actId="20577"/>
          <ac:spMkLst>
            <pc:docMk/>
            <pc:sldMk cId="3580450898" sldId="2147480829"/>
            <ac:spMk id="4" creationId="{7BB57390-B03C-647E-6657-7990F778F52F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7" creationId="{9D7563A8-CA0E-59A6-1783-2BF2142DBE57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8" creationId="{9F742FF8-A013-0E6A-49E0-DDA321913529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9" creationId="{8123DEC4-4A82-27D6-BABE-02D8A4C01BD0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10" creationId="{94F01AE9-0AF2-E538-D1FF-406602171DDE}"/>
          </ac:spMkLst>
        </pc:spChg>
        <pc:spChg chg="add del mod">
          <ac:chgData name="Takeuchi, Koichiro" userId="b3848a05-443b-4434-8fa5-7398ca0c03c9" providerId="ADAL" clId="{0BCE8C6C-860B-4961-8907-604115D89DF6}" dt="2024-06-24T03:01:03.879" v="3355" actId="478"/>
          <ac:spMkLst>
            <pc:docMk/>
            <pc:sldMk cId="3580450898" sldId="2147480829"/>
            <ac:spMk id="11" creationId="{6F673AEE-E075-0902-D2B8-A0E88EA31048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2" creationId="{7BF0F18A-2C2E-3FDD-383C-4E20150A2B7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" creationId="{8118787D-D9CF-4120-797B-36D9A155374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5" creationId="{D25F3FE3-BE41-4438-2016-F8CB6BDA4B7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6" creationId="{E9362BEF-DBAD-4D52-02C5-7B224C7D0CAF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7" creationId="{646CC92F-C5FC-BAB7-D72C-67C68424F72B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8" creationId="{43D66E73-79FD-33F8-5873-B72324A159F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9" creationId="{D0F708F3-0D40-3940-BA1D-BAD3FF2D479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20" creationId="{3AA2EFE7-9281-7117-39B4-06143C90C4D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6" creationId="{23775622-6A31-0AC2-3C68-3B30D87552D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7" creationId="{5F73A525-A1CA-FBF0-D00E-54EB881E4EA1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8" creationId="{71BF8823-BD6C-C9FB-A54B-8FD82029730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0" creationId="{24E48D7F-53B6-3C2F-BF22-046B68F275F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1" creationId="{A10BD2E6-84D9-4308-A7A2-AD53811AA874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2" creationId="{C49BE323-498B-D895-8149-E6BB6E52768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4" creationId="{64619984-6206-AD04-9721-CF50010B478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5" creationId="{C555E323-E229-053A-4A4B-1A6D252AF6B3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6" creationId="{74A8D64A-3022-F4A4-A324-CE919D5A9F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8" creationId="{97AED022-7E0B-F384-F02A-B81097C5D3C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9" creationId="{69289DA2-F44A-B768-14E5-C68691245F9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0" creationId="{2F2994D3-9232-6D7C-D452-38707759D2EC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1" creationId="{A137334D-039C-01FF-00E8-09C8D4D07CB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2" creationId="{5E34D505-E28A-5B06-2F3A-3C132C196FD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3" creationId="{9F89B839-2454-43AF-13B6-F0E74A737AC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5" creationId="{016419D6-8ED0-8701-DF14-131D4BD51EB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6" creationId="{3C67DB98-5CEF-7DF9-8DB6-D77FB874EED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8" creationId="{FD6BADA4-4619-E058-F716-1D908FAD2BC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9" creationId="{3B86A016-E94E-CB1E-7959-33A5076D693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5" creationId="{F2B04BD5-FD5B-2F1A-6BBA-520BE71F1AF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6" creationId="{84291F1C-BEC4-E71F-12FB-5DAECCBE543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0" creationId="{952D1BD2-F29C-4E4E-3908-7532E203AC4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1" creationId="{7A075DEC-066E-850A-1FCB-7CF6B8088E9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3" creationId="{698ED62A-E32C-2589-7593-75502AB0E56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4" creationId="{71B67ACC-7B67-DAD6-B281-9615C186BC7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5" creationId="{75D1F909-0117-51C8-7156-D766EFCA329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8" creationId="{6A4E01D8-4F45-2E6C-92B2-2EBE95A3080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9" creationId="{B3C5B1E6-2190-6604-B045-B3E1EBB3BA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0" creationId="{CE2BF976-EE86-F6B8-D03C-4D4E761012B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1" creationId="{4FA0E9EB-B4FE-A998-1960-6E25A735E03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4" creationId="{55047DBB-CCB4-83CC-C6E1-11D7B11DFD3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5" creationId="{A2899193-748B-89F2-F2FA-5FB3F746D9E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7" creationId="{060F4762-8B44-7934-08C6-87B3A5C89FFF}"/>
          </ac:spMkLst>
        </pc:spChg>
        <pc:spChg chg="add del mod">
          <ac:chgData name="Takeuchi, Koichiro" userId="b3848a05-443b-4434-8fa5-7398ca0c03c9" providerId="ADAL" clId="{0BCE8C6C-860B-4961-8907-604115D89DF6}" dt="2024-06-24T02:57:37.434" v="3258" actId="478"/>
          <ac:spMkLst>
            <pc:docMk/>
            <pc:sldMk cId="3580450898" sldId="2147480829"/>
            <ac:spMk id="78" creationId="{3EBBD478-CA50-EFDE-4541-52EEC0778102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9" creationId="{E9FB59DC-D8A3-9139-A319-4D78082063A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0" creationId="{B1549545-F424-D9AC-98BD-16E9A638892B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1" creationId="{871E49B9-D855-09E3-A334-8499B87B99E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2" creationId="{74BB9898-226C-7D21-350B-5D87BBFCA4FD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3" creationId="{AFCCD1DB-DC43-B6DC-8E3B-126859EAC88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4" creationId="{6319DB11-40DE-501F-8A06-71FF52C1710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5" creationId="{AF240700-D991-770C-A004-C02F7A23DC2D}"/>
          </ac:spMkLst>
        </pc:spChg>
        <pc:spChg chg="add mod">
          <ac:chgData name="Takeuchi, Koichiro" userId="b3848a05-443b-4434-8fa5-7398ca0c03c9" providerId="ADAL" clId="{0BCE8C6C-860B-4961-8907-604115D89DF6}" dt="2024-06-24T02:57:24.678" v="3229" actId="164"/>
          <ac:spMkLst>
            <pc:docMk/>
            <pc:sldMk cId="3580450898" sldId="2147480829"/>
            <ac:spMk id="89" creationId="{B5C73A3C-1B6C-2F49-FB0F-B52EC0F5F81B}"/>
          </ac:spMkLst>
        </pc:spChg>
        <pc:spChg chg="add mod">
          <ac:chgData name="Takeuchi, Koichiro" userId="b3848a05-443b-4434-8fa5-7398ca0c03c9" providerId="ADAL" clId="{0BCE8C6C-860B-4961-8907-604115D89DF6}" dt="2024-06-24T03:00:58.713" v="3354" actId="20577"/>
          <ac:spMkLst>
            <pc:docMk/>
            <pc:sldMk cId="3580450898" sldId="2147480829"/>
            <ac:spMk id="90" creationId="{A9A8456E-EE4B-015C-7531-9DF1693D5572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2" creationId="{9885F492-A6F0-A5B6-7008-D7BCD26648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3" creationId="{D8704786-BFE5-4E5B-5057-BC6E49FA1DFD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5" creationId="{CA6A6C1B-D928-5C0B-D3E4-1236263E26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6" creationId="{CC0A9282-1CF7-69E0-0B63-CC57AEA08E08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8" creationId="{E77E2603-A224-FE8C-EE20-FEEDFCB83BF5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9" creationId="{63F025C3-6D0D-FA27-C482-331DFEF03CD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1" creationId="{CD561E5F-5C86-176F-FDC6-6D0872223AB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2" creationId="{4C11D1A6-10E0-2F95-A33B-924DB01F9D10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4" creationId="{382ADE51-4B90-4384-EFCE-E35ADB96BF54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5" creationId="{D9DC770B-68BA-DDA5-9AE1-72B2BE5CF516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7" creationId="{4D0FB7FD-0767-7AB3-5AD8-4F25D3BE8282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8" creationId="{6C5030AE-3744-BAFA-A337-77CFF19041CE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0" creationId="{A72EBD6A-F614-6436-5794-DB0B0EE409D1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1" creationId="{F7479180-E61E-B2F7-CCD0-1FD86119E345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4" creationId="{4951A550-8217-E9D5-60C6-8DDE9DAED494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5" creationId="{EDDBD964-533D-CEE3-2871-6DC15C26CE8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19" creationId="{98BD6467-B826-784E-0C5F-89EDD834504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0" creationId="{3418253D-478D-12A6-78E3-7B58EA9B7A20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1" creationId="{D32DB5E5-1785-5BAB-A849-B0F85445CC6C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2" creationId="{883E9FDF-6CF3-06EF-5910-702C6C971F55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3" creationId="{9CCDB2DC-C98F-ECC9-5B24-661AF7C788C6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4" creationId="{D6211044-9226-9456-58EC-EB065E1A4B90}"/>
          </ac:spMkLst>
        </pc:spChg>
        <pc:spChg chg="mod">
          <ac:chgData name="Takeuchi, Koichiro" userId="b3848a05-443b-4434-8fa5-7398ca0c03c9" providerId="ADAL" clId="{0BCE8C6C-860B-4961-8907-604115D89DF6}" dt="2024-06-24T02:58:02.132" v="3264"/>
          <ac:spMkLst>
            <pc:docMk/>
            <pc:sldMk cId="3580450898" sldId="2147480829"/>
            <ac:spMk id="126" creationId="{919B4571-66F4-19EC-CD1D-EFE6D8D0BF7C}"/>
          </ac:spMkLst>
        </pc:spChg>
        <pc:spChg chg="mod">
          <ac:chgData name="Takeuchi, Koichiro" userId="b3848a05-443b-4434-8fa5-7398ca0c03c9" providerId="ADAL" clId="{0BCE8C6C-860B-4961-8907-604115D89DF6}" dt="2024-06-24T03:01:08.762" v="3368" actId="20577"/>
          <ac:spMkLst>
            <pc:docMk/>
            <pc:sldMk cId="3580450898" sldId="2147480829"/>
            <ac:spMk id="127" creationId="{048BC4CD-74ED-668F-81C6-F8AF01CF8DC8}"/>
          </ac:spMkLst>
        </pc:spChg>
        <pc:spChg chg="add 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28" creationId="{8687EE19-FDF6-944F-EEE0-62679FA7BD51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0" creationId="{9F276352-05C7-C42C-DED9-6FB194157187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1" creationId="{23DD5DCA-4CA0-9CE9-1E31-43C8F13748D2}"/>
          </ac:spMkLst>
        </pc:spChg>
        <pc:spChg chg="mod topLvl">
          <ac:chgData name="Takeuchi, Koichiro" userId="b3848a05-443b-4434-8fa5-7398ca0c03c9" providerId="ADAL" clId="{0BCE8C6C-860B-4961-8907-604115D89DF6}" dt="2024-06-24T03:50:57.242" v="6703" actId="14100"/>
          <ac:spMkLst>
            <pc:docMk/>
            <pc:sldMk cId="3580450898" sldId="2147480829"/>
            <ac:spMk id="133" creationId="{282C8F97-D3E5-CBA2-F156-25431E193F2F}"/>
          </ac:spMkLst>
        </pc:spChg>
        <pc:spChg chg="mod topLvl">
          <ac:chgData name="Takeuchi, Koichiro" userId="b3848a05-443b-4434-8fa5-7398ca0c03c9" providerId="ADAL" clId="{0BCE8C6C-860B-4961-8907-604115D89DF6}" dt="2024-06-24T03:51:00.678" v="6704" actId="122"/>
          <ac:spMkLst>
            <pc:docMk/>
            <pc:sldMk cId="3580450898" sldId="2147480829"/>
            <ac:spMk id="134" creationId="{228D0C14-C6B5-E81E-721D-1FEE45C9C337}"/>
          </ac:spMkLst>
        </pc:spChg>
        <pc:spChg chg="add del mod">
          <ac:chgData name="Takeuchi, Koichiro" userId="b3848a05-443b-4434-8fa5-7398ca0c03c9" providerId="ADAL" clId="{0BCE8C6C-860B-4961-8907-604115D89DF6}" dt="2024-06-24T03:00:52.538" v="3341" actId="478"/>
          <ac:spMkLst>
            <pc:docMk/>
            <pc:sldMk cId="3580450898" sldId="2147480829"/>
            <ac:spMk id="136" creationId="{41558FA9-DF5C-CC36-D59B-31846469764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7" creationId="{F6308457-B9F8-B360-8E59-EC1393C8E57D}"/>
          </ac:spMkLst>
        </pc:spChg>
        <pc:spChg chg="add del mod">
          <ac:chgData name="Takeuchi, Koichiro" userId="b3848a05-443b-4434-8fa5-7398ca0c03c9" providerId="ADAL" clId="{0BCE8C6C-860B-4961-8907-604115D89DF6}" dt="2024-06-24T03:01:44.468" v="3380" actId="478"/>
          <ac:spMkLst>
            <pc:docMk/>
            <pc:sldMk cId="3580450898" sldId="2147480829"/>
            <ac:spMk id="138" creationId="{ECDDB8B4-AC09-0CD8-2960-85EB7AEC3E0E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9" creationId="{BA5F0339-7B13-D9FB-F392-685A7AE1B04F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4" creationId="{A4EC238A-D598-1F21-37E1-FC83FD12A231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5" creationId="{E203ADF0-6B95-0C72-995D-BE561B84354B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6" creationId="{1A7AD36E-D4D7-F7B9-A46E-780BE4DBF71A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8" creationId="{47EBED8A-3DC5-595D-F101-211301FCCAF0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9" creationId="{FE3A2F6C-B746-1846-E304-5D36574F6C89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50" creationId="{FD06068A-0AA3-B06F-2B34-3E6ED34B8F30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8" creationId="{BE1FF577-CE2A-D89C-B1F9-9B7858F536F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9" creationId="{FBE10A0B-5143-7B40-1460-3E9A2389815A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0" creationId="{1B474E35-B7F9-1232-EB65-7DD827DB1B5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1" creationId="{63407E0F-045A-F7EC-3C7B-F3721D9E73AF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2" creationId="{1E2350AB-7EED-AC15-9766-657BF7C88057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3" creationId="{C759776A-1636-0024-FD82-93DCBCD48A2B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69" creationId="{639AB006-87D8-117E-6F03-944D08D0D82C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0" creationId="{38A5606F-46D7-5EC2-EA63-FD9042356873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1" creationId="{529CC600-EA0C-8761-4C94-FD2338FBA39E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2" creationId="{E48D8121-E1DC-0BFF-7ABD-062C4B33B757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3" creationId="{DA5AD138-A6B1-B7ED-D9CF-80F9BA678AAD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4" creationId="{2F19B1E8-C6C5-5472-0450-25D684BDA7F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1" creationId="{9A2A9C4B-8781-1D2F-9D99-8750DA8FC818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2" creationId="{AB7B7BB2-24F7-FCDC-6BF7-4F0ADF53F653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3" creationId="{4D1F7C18-C717-6AF4-7984-68948A3B0B4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4" creationId="{A34FC79D-0830-2E21-F167-8F513EA38F05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5" creationId="{9DD27664-8FD9-8CF5-FAB4-514D60D277CC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6" creationId="{78030ABF-67E1-8F59-C759-82BE37E81844}"/>
          </ac:spMkLst>
        </pc:spChg>
        <pc:spChg chg="add mod">
          <ac:chgData name="Takeuchi, Koichiro" userId="b3848a05-443b-4434-8fa5-7398ca0c03c9" providerId="ADAL" clId="{0BCE8C6C-860B-4961-8907-604115D89DF6}" dt="2024-06-24T03:47:30.293" v="6559" actId="207"/>
          <ac:spMkLst>
            <pc:docMk/>
            <pc:sldMk cId="3580450898" sldId="2147480829"/>
            <ac:spMk id="187" creationId="{BBB63D55-EE67-1C6B-B7B7-C7596B68AB35}"/>
          </ac:spMkLst>
        </pc:spChg>
        <pc:spChg chg="add mod">
          <ac:chgData name="Takeuchi, Koichiro" userId="b3848a05-443b-4434-8fa5-7398ca0c03c9" providerId="ADAL" clId="{0BCE8C6C-860B-4961-8907-604115D89DF6}" dt="2024-06-24T03:15:10.837" v="4234"/>
          <ac:spMkLst>
            <pc:docMk/>
            <pc:sldMk cId="3580450898" sldId="2147480829"/>
            <ac:spMk id="188" creationId="{50A15F7D-94D3-4231-BE02-00A16D15CA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89" creationId="{4357D066-A53C-4324-53D4-EAF1A7C04EB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0" creationId="{2632A55A-023C-8ABB-82AF-B0E227F63768}"/>
          </ac:spMkLst>
        </pc:spChg>
        <pc:spChg chg="add mod">
          <ac:chgData name="Takeuchi, Koichiro" userId="b3848a05-443b-4434-8fa5-7398ca0c03c9" providerId="ADAL" clId="{0BCE8C6C-860B-4961-8907-604115D89DF6}" dt="2024-06-24T03:57:02.024" v="6910" actId="20577"/>
          <ac:spMkLst>
            <pc:docMk/>
            <pc:sldMk cId="3580450898" sldId="2147480829"/>
            <ac:spMk id="191" creationId="{AC5DC62C-3EC7-A773-F4D8-79574CBEE13F}"/>
          </ac:spMkLst>
        </pc:spChg>
        <pc:spChg chg="add del mod">
          <ac:chgData name="Takeuchi, Koichiro" userId="b3848a05-443b-4434-8fa5-7398ca0c03c9" providerId="ADAL" clId="{0BCE8C6C-860B-4961-8907-604115D89DF6}" dt="2024-06-24T03:23:02.014" v="5327" actId="478"/>
          <ac:spMkLst>
            <pc:docMk/>
            <pc:sldMk cId="3580450898" sldId="2147480829"/>
            <ac:spMk id="192" creationId="{365ACEF4-56FA-B067-911A-C46449E28C6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3" creationId="{32D6863E-9B48-37BD-D64A-00B9ED179793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4" creationId="{4591AEEE-9B83-EFE5-8370-DCFA214E18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5" creationId="{F1BCE53A-E81F-B6A9-A04E-0C7236BD530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6" creationId="{2B9D11EC-65A4-AF09-BEDB-8D4E3AAFDA55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7" creationId="{D5DB20B4-7335-771A-AAD5-0A03F343172A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8" creationId="{5C31A657-EAFC-FD37-B177-0D46CDCE222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9" creationId="{C746D8F0-8646-F57C-5C09-C533E45605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00" creationId="{7877DB10-27B8-ACED-3228-D9B2E98E577A}"/>
          </ac:spMkLst>
        </pc:spChg>
        <pc:spChg chg="del mod topLvl">
          <ac:chgData name="Takeuchi, Koichiro" userId="b3848a05-443b-4434-8fa5-7398ca0c03c9" providerId="ADAL" clId="{0BCE8C6C-860B-4961-8907-604115D89DF6}" dt="2024-06-24T03:28:43.397" v="5422" actId="478"/>
          <ac:spMkLst>
            <pc:docMk/>
            <pc:sldMk cId="3580450898" sldId="2147480829"/>
            <ac:spMk id="206" creationId="{F973A82B-1A33-27C6-F28D-49838E4C0AF3}"/>
          </ac:spMkLst>
        </pc:spChg>
        <pc:spChg chg="del mod topLvl">
          <ac:chgData name="Takeuchi, Koichiro" userId="b3848a05-443b-4434-8fa5-7398ca0c03c9" providerId="ADAL" clId="{0BCE8C6C-860B-4961-8907-604115D89DF6}" dt="2024-06-24T03:28:43.051" v="5421" actId="478"/>
          <ac:spMkLst>
            <pc:docMk/>
            <pc:sldMk cId="3580450898" sldId="2147480829"/>
            <ac:spMk id="207" creationId="{FC8DCEC5-1AC3-3F97-625C-988EDD77D772}"/>
          </ac:spMkLst>
        </pc:spChg>
        <pc:spChg chg="del mod topLvl">
          <ac:chgData name="Takeuchi, Koichiro" userId="b3848a05-443b-4434-8fa5-7398ca0c03c9" providerId="ADAL" clId="{0BCE8C6C-860B-4961-8907-604115D89DF6}" dt="2024-06-24T03:28:42.401" v="5420" actId="478"/>
          <ac:spMkLst>
            <pc:docMk/>
            <pc:sldMk cId="3580450898" sldId="2147480829"/>
            <ac:spMk id="208" creationId="{171D2825-AA9B-9CC6-8C0E-180D525D9028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09" creationId="{CFD0589C-88A9-4C90-DDB5-CFE9915FA7B3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0" creationId="{DA47A363-6E32-BFB1-CBFE-ACD402293DE0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1" creationId="{EAA711B0-610B-8A54-F888-2226A0B2A568}"/>
          </ac:spMkLst>
        </pc:spChg>
        <pc:spChg chg="del mod topLvl">
          <ac:chgData name="Takeuchi, Koichiro" userId="b3848a05-443b-4434-8fa5-7398ca0c03c9" providerId="ADAL" clId="{0BCE8C6C-860B-4961-8907-604115D89DF6}" dt="2024-06-24T03:28:49.035" v="5428" actId="478"/>
          <ac:spMkLst>
            <pc:docMk/>
            <pc:sldMk cId="3580450898" sldId="2147480829"/>
            <ac:spMk id="217" creationId="{D766C72F-746C-633C-B9C3-A7C1CB6A2473}"/>
          </ac:spMkLst>
        </pc:spChg>
        <pc:spChg chg="del mod topLvl">
          <ac:chgData name="Takeuchi, Koichiro" userId="b3848a05-443b-4434-8fa5-7398ca0c03c9" providerId="ADAL" clId="{0BCE8C6C-860B-4961-8907-604115D89DF6}" dt="2024-06-24T03:28:48.228" v="5427" actId="478"/>
          <ac:spMkLst>
            <pc:docMk/>
            <pc:sldMk cId="3580450898" sldId="2147480829"/>
            <ac:spMk id="218" creationId="{642C95DA-9BBF-2BF0-60D0-4DF8F0C8D69F}"/>
          </ac:spMkLst>
        </pc:spChg>
        <pc:spChg chg="del mod topLvl">
          <ac:chgData name="Takeuchi, Koichiro" userId="b3848a05-443b-4434-8fa5-7398ca0c03c9" providerId="ADAL" clId="{0BCE8C6C-860B-4961-8907-604115D89DF6}" dt="2024-06-24T03:28:47.593" v="5426" actId="478"/>
          <ac:spMkLst>
            <pc:docMk/>
            <pc:sldMk cId="3580450898" sldId="2147480829"/>
            <ac:spMk id="219" creationId="{EC00727C-0BC9-9ABE-6046-C98C18870597}"/>
          </ac:spMkLst>
        </pc:spChg>
        <pc:spChg chg="del mod topLvl">
          <ac:chgData name="Takeuchi, Koichiro" userId="b3848a05-443b-4434-8fa5-7398ca0c03c9" providerId="ADAL" clId="{0BCE8C6C-860B-4961-8907-604115D89DF6}" dt="2024-06-24T03:28:46.467" v="5425" actId="478"/>
          <ac:spMkLst>
            <pc:docMk/>
            <pc:sldMk cId="3580450898" sldId="2147480829"/>
            <ac:spMk id="220" creationId="{88328FA4-9BDB-1C00-B322-CABB696CA82C}"/>
          </ac:spMkLst>
        </pc:spChg>
        <pc:spChg chg="del mod topLvl">
          <ac:chgData name="Takeuchi, Koichiro" userId="b3848a05-443b-4434-8fa5-7398ca0c03c9" providerId="ADAL" clId="{0BCE8C6C-860B-4961-8907-604115D89DF6}" dt="2024-06-24T03:28:45.914" v="5424" actId="478"/>
          <ac:spMkLst>
            <pc:docMk/>
            <pc:sldMk cId="3580450898" sldId="2147480829"/>
            <ac:spMk id="221" creationId="{8E19F7A3-9BEE-0661-FD1D-6107141FFF95}"/>
          </ac:spMkLst>
        </pc:spChg>
        <pc:spChg chg="del mod topLvl">
          <ac:chgData name="Takeuchi, Koichiro" userId="b3848a05-443b-4434-8fa5-7398ca0c03c9" providerId="ADAL" clId="{0BCE8C6C-860B-4961-8907-604115D89DF6}" dt="2024-06-24T03:28:45.251" v="5423" actId="478"/>
          <ac:spMkLst>
            <pc:docMk/>
            <pc:sldMk cId="3580450898" sldId="2147480829"/>
            <ac:spMk id="222" creationId="{8EDA3226-4C84-E1EC-E866-1371A86A56E6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8" creationId="{F2B00385-7EB0-F071-F2C4-E43514574BE0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9" creationId="{33AEDA0C-538F-BD89-188E-49474BB7482A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0" creationId="{DA78956A-9BFB-49BD-DF0A-60CDC88A8B7C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1" creationId="{60D64E62-9B22-22AF-E345-82BD1044C8CE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2" creationId="{93039A49-081D-788A-1500-08E1637745F9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3" creationId="{B2F6DF10-B542-E053-B398-B443ABBB372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5" creationId="{795D81A0-B7A7-6A80-075B-8E8F324F412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6" creationId="{DF7618D8-9B28-C95F-EA58-5ADDF735BEFC}"/>
          </ac:spMkLst>
        </pc:spChg>
        <pc:spChg chg="add del mod">
          <ac:chgData name="Takeuchi, Koichiro" userId="b3848a05-443b-4434-8fa5-7398ca0c03c9" providerId="ADAL" clId="{0BCE8C6C-860B-4961-8907-604115D89DF6}" dt="2024-06-24T03:25:13.088" v="5352" actId="478"/>
          <ac:spMkLst>
            <pc:docMk/>
            <pc:sldMk cId="3580450898" sldId="2147480829"/>
            <ac:spMk id="237" creationId="{64789FFB-C7EB-B713-6A18-0E259221ED1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8" creationId="{6D0F05A1-D05E-EDDA-E866-91FF602B5FE6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9" creationId="{4B9111E6-0969-6E0C-E06D-061C7D26950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0" creationId="{74D12C87-56A4-65F0-ADAB-767E2C84684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1" creationId="{692AEFAD-691E-42FE-7672-999AE576275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2" creationId="{608B64BD-EA2A-78B5-D848-F69057C0AC13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3" creationId="{856D2F2B-051B-CB66-F7B8-8B51BF1E2911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4" creationId="{7EEC32C0-726F-E7F5-6674-60DC40D35DE0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0" creationId="{61DB0BA1-A707-F280-28FA-89F865D7D76C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1" creationId="{88D9599A-CB20-F405-8153-79766E291D64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2" creationId="{CA1DD868-4B8B-3AB0-511C-C05C98FB4849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3" creationId="{741909E4-7E7E-C607-3BE5-23B0909D7C78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4" creationId="{285157CB-FEAF-62F8-B426-43BA90CD5FAB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5" creationId="{29EF93F8-1847-4061-0553-F59292E72434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7" creationId="{736C8865-EA6F-BCA2-3FF0-789F9DC09948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8" creationId="{58C3AD1B-0E82-EC7A-EEC6-754D05955BE6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4" creationId="{407624B7-365A-B430-EB9A-5D63920E0A19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5" creationId="{E4D39BB3-B8DD-F017-E7DB-30B94995AD33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6" creationId="{A41D41EC-48EC-E04D-36CE-24A3F91FC31F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7" creationId="{793D4322-9635-B156-78DC-13FC61AC84BB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8" creationId="{FE53E835-629E-C150-E2D5-A594E7DBA3C8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9" creationId="{45D68C88-C686-6F40-0D2C-3474CF2AD824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5" creationId="{2AE763DF-DFD9-6041-BC82-669657CB9E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6" creationId="{CB1F025C-BFF2-064B-BE5F-43B762592F4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7" creationId="{6CE0AC79-7558-EC2A-7377-A1500AFF6D1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8" creationId="{7BE734EF-3E50-32D0-99FA-8A76AE0605BE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9" creationId="{7C1E9843-0CBB-FCBB-8AC7-BDF12DB4A5E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80" creationId="{A44F79FE-621B-430C-3FAB-2ECF7C3A7E01}"/>
          </ac:spMkLst>
        </pc:spChg>
        <pc:spChg chg="add mod">
          <ac:chgData name="Takeuchi, Koichiro" userId="b3848a05-443b-4434-8fa5-7398ca0c03c9" providerId="ADAL" clId="{0BCE8C6C-860B-4961-8907-604115D89DF6}" dt="2024-06-24T03:48:06.481" v="6575" actId="113"/>
          <ac:spMkLst>
            <pc:docMk/>
            <pc:sldMk cId="3580450898" sldId="2147480829"/>
            <ac:spMk id="281" creationId="{FC50FF57-7D70-10E7-EFB8-EFFDB7FDEE40}"/>
          </ac:spMkLst>
        </pc:spChg>
        <pc:spChg chg="add mod">
          <ac:chgData name="Takeuchi, Koichiro" userId="b3848a05-443b-4434-8fa5-7398ca0c03c9" providerId="ADAL" clId="{0BCE8C6C-860B-4961-8907-604115D89DF6}" dt="2024-06-24T03:55:09.276" v="6884" actId="20577"/>
          <ac:spMkLst>
            <pc:docMk/>
            <pc:sldMk cId="3580450898" sldId="2147480829"/>
            <ac:spMk id="286" creationId="{770C880F-A601-9B44-264F-71B984076421}"/>
          </ac:spMkLst>
        </pc:spChg>
        <pc:spChg chg="add mod">
          <ac:chgData name="Takeuchi, Koichiro" userId="b3848a05-443b-4434-8fa5-7398ca0c03c9" providerId="ADAL" clId="{0BCE8C6C-860B-4961-8907-604115D89DF6}" dt="2024-06-24T03:48:59.466" v="6654" actId="113"/>
          <ac:spMkLst>
            <pc:docMk/>
            <pc:sldMk cId="3580450898" sldId="2147480829"/>
            <ac:spMk id="289" creationId="{36DBDBFB-A696-C5FA-6474-63C3AE96C787}"/>
          </ac:spMkLst>
        </pc:spChg>
        <pc:spChg chg="add mod">
          <ac:chgData name="Takeuchi, Koichiro" userId="b3848a05-443b-4434-8fa5-7398ca0c03c9" providerId="ADAL" clId="{0BCE8C6C-860B-4961-8907-604115D89DF6}" dt="2024-06-24T03:49:10.418" v="6671" actId="113"/>
          <ac:spMkLst>
            <pc:docMk/>
            <pc:sldMk cId="3580450898" sldId="2147480829"/>
            <ac:spMk id="293" creationId="{458B646D-8CBC-42A0-E9E8-7E9BD598F1C1}"/>
          </ac:spMkLst>
        </pc:spChg>
        <pc:spChg chg="add mod">
          <ac:chgData name="Takeuchi, Koichiro" userId="b3848a05-443b-4434-8fa5-7398ca0c03c9" providerId="ADAL" clId="{0BCE8C6C-860B-4961-8907-604115D89DF6}" dt="2024-06-24T03:44:54.379" v="6308"/>
          <ac:spMkLst>
            <pc:docMk/>
            <pc:sldMk cId="3580450898" sldId="2147480829"/>
            <ac:spMk id="297" creationId="{41568127-AAE6-B353-4F2D-3A5DDCA06B60}"/>
          </ac:spMkLst>
        </pc:spChg>
        <pc:spChg chg="add mod">
          <ac:chgData name="Takeuchi, Koichiro" userId="b3848a05-443b-4434-8fa5-7398ca0c03c9" providerId="ADAL" clId="{0BCE8C6C-860B-4961-8907-604115D89DF6}" dt="2024-06-24T03:49:40.285" v="6673" actId="113"/>
          <ac:spMkLst>
            <pc:docMk/>
            <pc:sldMk cId="3580450898" sldId="2147480829"/>
            <ac:spMk id="298" creationId="{ABAFDA3D-0202-DA6A-4B04-F81B55647A04}"/>
          </ac:spMkLst>
        </pc:spChg>
        <pc:spChg chg="add del mod">
          <ac:chgData name="Takeuchi, Koichiro" userId="b3848a05-443b-4434-8fa5-7398ca0c03c9" providerId="ADAL" clId="{0BCE8C6C-860B-4961-8907-604115D89DF6}" dt="2024-06-24T03:52:44.948" v="6844" actId="478"/>
          <ac:spMkLst>
            <pc:docMk/>
            <pc:sldMk cId="3580450898" sldId="2147480829"/>
            <ac:spMk id="305" creationId="{F1BF14AB-B690-E512-789C-9868A480E886}"/>
          </ac:spMkLst>
        </pc:s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5" creationId="{EE65B94A-572E-F17F-D21A-4341A36547C1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9" creationId="{F20D5645-E422-1932-D318-94401DCF46B8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3" creationId="{294B63D3-8A6C-B323-7117-31BDC652611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7" creationId="{2A1AC5A0-9CE3-A875-553C-941E90A6B07C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4" creationId="{522F9EE1-FA10-0F86-2078-3A2DDAF8CC52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7" creationId="{7BFD13BD-E609-A510-2664-43432E6493AB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4" creationId="{BF4264B4-AA0B-A51F-3FA2-5524AC5676AD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7" creationId="{499059A7-39FB-2F0B-9C66-5A02E8E01383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2" creationId="{2B0DEB59-EE48-7598-42AA-994E1AEB549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7" creationId="{DC0A3990-31BB-CD4E-023C-703AD96909F1}"/>
          </ac:grpSpMkLst>
        </pc:grpChg>
        <pc:grpChg chg="add del mod topLvl">
          <ac:chgData name="Takeuchi, Koichiro" userId="b3848a05-443b-4434-8fa5-7398ca0c03c9" providerId="ADAL" clId="{0BCE8C6C-860B-4961-8907-604115D89DF6}" dt="2024-06-24T03:05:03.768" v="3505" actId="165"/>
          <ac:grpSpMkLst>
            <pc:docMk/>
            <pc:sldMk cId="3580450898" sldId="2147480829"/>
            <ac:grpSpMk id="86" creationId="{FC7BB704-85F7-DF44-D93F-0F15FC4EB2AB}"/>
          </ac:grpSpMkLst>
        </pc:grpChg>
        <pc:grpChg chg="add del mod topLvl">
          <ac:chgData name="Takeuchi, Koichiro" userId="b3848a05-443b-4434-8fa5-7398ca0c03c9" providerId="ADAL" clId="{0BCE8C6C-860B-4961-8907-604115D89DF6}" dt="2024-06-24T03:05:33.286" v="3514" actId="165"/>
          <ac:grpSpMkLst>
            <pc:docMk/>
            <pc:sldMk cId="3580450898" sldId="2147480829"/>
            <ac:grpSpMk id="87" creationId="{60D73CC9-25FC-BA51-358E-F0E5E18AD24C}"/>
          </ac:grpSpMkLst>
        </pc:grpChg>
        <pc:grpChg chg="add del mod topLvl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88" creationId="{6436510D-8A8E-885C-538B-ECC1EB437233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1" creationId="{2D5E95E4-DA30-ACB7-9FB6-049CCDCA9D7E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4" creationId="{1BAF3643-0AB7-EDBB-43E1-6761352C64F7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7" creationId="{2AC19FFC-8A4E-5782-45E0-462C66F91F1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00" creationId="{4ACE4C3A-71E3-398F-F385-8780457FB992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3" creationId="{B7179BB1-68F2-5CC4-A97B-41EA03E8BBFE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6" creationId="{45DFB5EB-41E6-0003-FDDB-1FDBC9DB3548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9" creationId="{1E927CC7-7A23-CA18-A660-0B73120FDD65}"/>
          </ac:grpSpMkLst>
        </pc:grpChg>
        <pc:grpChg chg="add del mod">
          <ac:chgData name="Takeuchi, Koichiro" userId="b3848a05-443b-4434-8fa5-7398ca0c03c9" providerId="ADAL" clId="{0BCE8C6C-860B-4961-8907-604115D89DF6}" dt="2024-06-24T03:05:01.201" v="3504" actId="165"/>
          <ac:grpSpMkLst>
            <pc:docMk/>
            <pc:sldMk cId="3580450898" sldId="2147480829"/>
            <ac:grpSpMk id="112" creationId="{F91580AE-DF7E-9893-F31C-5E9193E84C7C}"/>
          </ac:grpSpMkLst>
        </pc:grpChg>
        <pc:grpChg chg="add del mod">
          <ac:chgData name="Takeuchi, Koichiro" userId="b3848a05-443b-4434-8fa5-7398ca0c03c9" providerId="ADAL" clId="{0BCE8C6C-860B-4961-8907-604115D89DF6}" dt="2024-06-24T03:14:30.820" v="4212" actId="165"/>
          <ac:grpSpMkLst>
            <pc:docMk/>
            <pc:sldMk cId="3580450898" sldId="2147480829"/>
            <ac:grpSpMk id="113" creationId="{3E486212-F259-4F14-8BE2-479FE529360B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6" creationId="{AA31D627-3471-EA54-DC19-E5DEE9BF3AB6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7" creationId="{CBA38DD5-C462-EAF5-A4F3-41BF69AA00CC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8" creationId="{D2932FDF-9014-31F7-0B1C-6EE8ACC1BE5C}"/>
          </ac:grpSpMkLst>
        </pc:grpChg>
        <pc:grpChg chg="add del mod">
          <ac:chgData name="Takeuchi, Koichiro" userId="b3848a05-443b-4434-8fa5-7398ca0c03c9" providerId="ADAL" clId="{0BCE8C6C-860B-4961-8907-604115D89DF6}" dt="2024-06-24T03:29:20.921" v="5434" actId="478"/>
          <ac:grpSpMkLst>
            <pc:docMk/>
            <pc:sldMk cId="3580450898" sldId="2147480829"/>
            <ac:grpSpMk id="125" creationId="{B46E3D51-8A81-AB56-1EB5-852CEAA03385}"/>
          </ac:grpSpMkLst>
        </pc:grpChg>
        <pc:grpChg chg="add mod">
          <ac:chgData name="Takeuchi, Koichiro" userId="b3848a05-443b-4434-8fa5-7398ca0c03c9" providerId="ADAL" clId="{0BCE8C6C-860B-4961-8907-604115D89DF6}" dt="2024-06-24T02:58:10.423" v="3267"/>
          <ac:grpSpMkLst>
            <pc:docMk/>
            <pc:sldMk cId="3580450898" sldId="2147480829"/>
            <ac:grpSpMk id="129" creationId="{C13E2C86-DD1E-DE3A-599A-0E6104A021B0}"/>
          </ac:grpSpMkLst>
        </pc:grpChg>
        <pc:grpChg chg="add del mod">
          <ac:chgData name="Takeuchi, Koichiro" userId="b3848a05-443b-4434-8fa5-7398ca0c03c9" providerId="ADAL" clId="{0BCE8C6C-860B-4961-8907-604115D89DF6}" dt="2024-06-24T02:58:46.884" v="3276" actId="165"/>
          <ac:grpSpMkLst>
            <pc:docMk/>
            <pc:sldMk cId="3580450898" sldId="2147480829"/>
            <ac:grpSpMk id="132" creationId="{AC8F80E2-53BF-8A84-30B2-8A6143FA49FC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135" creationId="{51A2C049-7EEE-07C7-0855-67D005DA668C}"/>
          </ac:grpSpMkLst>
        </pc:grpChg>
        <pc:grpChg chg="add del mod">
          <ac:chgData name="Takeuchi, Koichiro" userId="b3848a05-443b-4434-8fa5-7398ca0c03c9" providerId="ADAL" clId="{0BCE8C6C-860B-4961-8907-604115D89DF6}" dt="2024-06-24T03:23:44.529" v="5335" actId="165"/>
          <ac:grpSpMkLst>
            <pc:docMk/>
            <pc:sldMk cId="3580450898" sldId="2147480829"/>
            <ac:grpSpMk id="140" creationId="{F1576347-3501-0589-EEA0-3E29900B5D20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3" creationId="{786FCC3C-9850-DC1F-3D36-0C67F7A64E82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7" creationId="{0619EE91-A6AF-CACE-6C13-B1298AF67291}"/>
          </ac:grpSpMkLst>
        </pc:grpChg>
        <pc:grpChg chg="add del mod">
          <ac:chgData name="Takeuchi, Koichiro" userId="b3848a05-443b-4434-8fa5-7398ca0c03c9" providerId="ADAL" clId="{0BCE8C6C-860B-4961-8907-604115D89DF6}" dt="2024-06-24T03:04:49.954" v="3502" actId="165"/>
          <ac:grpSpMkLst>
            <pc:docMk/>
            <pc:sldMk cId="3580450898" sldId="2147480829"/>
            <ac:grpSpMk id="151" creationId="{9B780B56-F958-0113-BC34-90C5D5A83B41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2" creationId="{52C60594-EB00-4CFB-BC20-EB121494D31E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3" creationId="{B0E502F9-7669-01C9-EC44-6AEA4ED599ED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6" creationId="{8361096E-4005-9AAE-0E00-48AF19A941CB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7" creationId="{9FE52B3A-4966-056C-EBC9-2E24A708BDED}"/>
          </ac:grpSpMkLst>
        </pc:grpChg>
        <pc:grpChg chg="add del mod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164" creationId="{06B186BF-E7F1-F4CD-17B3-E9F898C0209B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7" creationId="{D53AB26D-1020-8BE0-1FD7-4B716B3F58E7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8" creationId="{F70518BB-629F-F1A0-13CA-0E101A6B4934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5" creationId="{BDBB8765-CDCB-982D-D9D9-D1707040750D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6" creationId="{2EDAA94E-1155-5D88-7CFC-D7E401863A2E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79" creationId="{436F1F21-C972-63E2-71B0-40B548594B60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80" creationId="{A1DD21DF-3815-49E7-5A51-D1AD43EDF85C}"/>
          </ac:grpSpMkLst>
        </pc:grpChg>
        <pc:grpChg chg="add del mod topLvl">
          <ac:chgData name="Takeuchi, Koichiro" userId="b3848a05-443b-4434-8fa5-7398ca0c03c9" providerId="ADAL" clId="{0BCE8C6C-860B-4961-8907-604115D89DF6}" dt="2024-06-24T03:28:26.797" v="5417" actId="165"/>
          <ac:grpSpMkLst>
            <pc:docMk/>
            <pc:sldMk cId="3580450898" sldId="2147480829"/>
            <ac:grpSpMk id="201" creationId="{5A336C0B-7B6F-A2BA-9D9E-227A0377670F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4" creationId="{E5366A7B-23C3-E1FC-E06E-75EA4A47A81B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5" creationId="{4D1BA8C6-AFF4-62BA-84ED-38E9627D9F35}"/>
          </ac:grpSpMkLst>
        </pc:grpChg>
        <pc:grpChg chg="add del mod topLvl">
          <ac:chgData name="Takeuchi, Koichiro" userId="b3848a05-443b-4434-8fa5-7398ca0c03c9" providerId="ADAL" clId="{0BCE8C6C-860B-4961-8907-604115D89DF6}" dt="2024-06-24T03:28:23.600" v="5414" actId="165"/>
          <ac:grpSpMkLst>
            <pc:docMk/>
            <pc:sldMk cId="3580450898" sldId="2147480829"/>
            <ac:grpSpMk id="212" creationId="{3BA8090E-BA2C-A3EA-E90E-CEA87C5A2655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5" creationId="{512AA6D4-FFF0-EA0F-8FEC-748EDFD213B7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6" creationId="{F59F8E74-0AE8-ADD8-C0AC-09E51F0E8055}"/>
          </ac:grpSpMkLst>
        </pc:grpChg>
        <pc:grpChg chg="add del mod topLvl">
          <ac:chgData name="Takeuchi, Koichiro" userId="b3848a05-443b-4434-8fa5-7398ca0c03c9" providerId="ADAL" clId="{0BCE8C6C-860B-4961-8907-604115D89DF6}" dt="2024-06-24T03:28:21.949" v="5413" actId="165"/>
          <ac:grpSpMkLst>
            <pc:docMk/>
            <pc:sldMk cId="3580450898" sldId="2147480829"/>
            <ac:grpSpMk id="223" creationId="{D4E473D0-A242-37AE-5482-E744785550B4}"/>
          </ac:grpSpMkLst>
        </pc:grpChg>
        <pc:grpChg chg="del mod topLvl">
          <ac:chgData name="Takeuchi, Koichiro" userId="b3848a05-443b-4434-8fa5-7398ca0c03c9" providerId="ADAL" clId="{0BCE8C6C-860B-4961-8907-604115D89DF6}" dt="2024-06-24T03:28:51.454" v="5429" actId="478"/>
          <ac:grpSpMkLst>
            <pc:docMk/>
            <pc:sldMk cId="3580450898" sldId="2147480829"/>
            <ac:grpSpMk id="226" creationId="{D607ADAF-5152-8E24-A510-E62018DA62B6}"/>
          </ac:grpSpMkLst>
        </pc:grpChg>
        <pc:grpChg chg="add del mod topLvl">
          <ac:chgData name="Takeuchi, Koichiro" userId="b3848a05-443b-4434-8fa5-7398ca0c03c9" providerId="ADAL" clId="{0BCE8C6C-860B-4961-8907-604115D89DF6}" dt="2024-06-24T03:29:13.799" v="5433" actId="478"/>
          <ac:grpSpMkLst>
            <pc:docMk/>
            <pc:sldMk cId="3580450898" sldId="2147480829"/>
            <ac:grpSpMk id="227" creationId="{07CD5317-5094-04C6-835E-838F1E8E6F9D}"/>
          </ac:grpSpMkLst>
        </pc:grpChg>
        <pc:grpChg chg="add del mod">
          <ac:chgData name="Takeuchi, Koichiro" userId="b3848a05-443b-4434-8fa5-7398ca0c03c9" providerId="ADAL" clId="{0BCE8C6C-860B-4961-8907-604115D89DF6}" dt="2024-06-24T03:28:09.489" v="5412" actId="165"/>
          <ac:grpSpMkLst>
            <pc:docMk/>
            <pc:sldMk cId="3580450898" sldId="2147480829"/>
            <ac:grpSpMk id="234" creationId="{246113F6-45CE-7149-08AD-7FDB9BE65CA3}"/>
          </ac:grpSpMkLst>
        </pc:grpChg>
        <pc:grpChg chg="add 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5" creationId="{708BE97F-ADCF-0711-5E6F-9F7F8DEB89A8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8" creationId="{89B9222A-5582-CB54-726B-71C1A992428D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9" creationId="{5A0631A3-0E7D-F3C6-18CA-BE53C7EACF4B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56" creationId="{7413A067-C32C-8D9D-D973-4E27793FED1F}"/>
          </ac:grpSpMkLst>
        </pc:grpChg>
        <pc:grpChg chg="add del mod">
          <ac:chgData name="Takeuchi, Koichiro" userId="b3848a05-443b-4434-8fa5-7398ca0c03c9" providerId="ADAL" clId="{0BCE8C6C-860B-4961-8907-604115D89DF6}" dt="2024-06-24T03:29:39.726" v="5440" actId="165"/>
          <ac:grpSpMkLst>
            <pc:docMk/>
            <pc:sldMk cId="3580450898" sldId="2147480829"/>
            <ac:grpSpMk id="259" creationId="{7680A4E1-72CA-75E5-F372-80E415015AAC}"/>
          </ac:grpSpMkLst>
        </pc:grpChg>
        <pc:grpChg chg="del mod topLvl">
          <ac:chgData name="Takeuchi, Koichiro" userId="b3848a05-443b-4434-8fa5-7398ca0c03c9" providerId="ADAL" clId="{0BCE8C6C-860B-4961-8907-604115D89DF6}" dt="2024-06-24T03:29:42.136" v="5441" actId="478"/>
          <ac:grpSpMkLst>
            <pc:docMk/>
            <pc:sldMk cId="3580450898" sldId="2147480829"/>
            <ac:grpSpMk id="262" creationId="{4F6AD594-9BFB-1F82-62CD-8A32BEAC3F93}"/>
          </ac:grpSpMkLst>
        </pc:grpChg>
        <pc:grpChg chg="del mod topLvl">
          <ac:chgData name="Takeuchi, Koichiro" userId="b3848a05-443b-4434-8fa5-7398ca0c03c9" providerId="ADAL" clId="{0BCE8C6C-860B-4961-8907-604115D89DF6}" dt="2024-06-24T03:29:43.362" v="5442" actId="478"/>
          <ac:grpSpMkLst>
            <pc:docMk/>
            <pc:sldMk cId="3580450898" sldId="2147480829"/>
            <ac:grpSpMk id="263" creationId="{2D8BC121-1596-2285-9B24-5CE5F87A00C2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273" creationId="{A7485F99-64FB-1B02-4B71-7CF3F731A96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74" creationId="{B1971557-2A85-89C0-A3D8-F5C1564D8FB0}"/>
          </ac:grpSpMkLst>
        </pc:grp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1" creationId="{CCDAA22B-9084-7610-14D7-0ECE69BDF8C8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2" creationId="{0A674561-C052-C684-C99A-5105169E75FB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3" creationId="{82A11DFE-0D31-5AE5-7C35-F5AC0AC2AF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4" creationId="{A3B854E6-D916-9B31-056E-026A434B2F52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0" creationId="{4F4D4AED-D604-874E-02A9-2288D47AB150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1" creationId="{B3751CD7-3C93-5AE2-1C0A-6B0E655ACE07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2" creationId="{2882DAE7-C9B7-D7E3-16CE-7A2985CC72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3" creationId="{8E746E1E-E092-8787-1D4A-217544F94044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8" creationId="{868E44EF-C9F5-C836-170E-9341218D400C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9" creationId="{D74AB9BB-FBEB-5D0D-4488-8793F386EB51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66" creationId="{3EAF8CAC-A716-A5AD-7B4B-A4959C3D8050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1" creationId="{CAC29C95-9F5E-9D93-C602-7F1E6CEAA9AC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2" creationId="{8CED4667-B45E-BA55-2219-2C811F4F40A6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4" creationId="{31C80DA8-D3EC-F63C-0C83-297D101EBC75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5" creationId="{0F936602-3C4E-AF45-C594-FD9F94824F15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5" creationId="{EC2AB7C6-7B10-B485-C3F6-D63A6EAA5F5B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6" creationId="{D8518B73-012C-FC42-ADAD-D5E6069E6168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7" creationId="{9470A9DF-967A-9BD6-5161-61B761FDBCC7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8" creationId="{E444042B-5A59-EB20-B23F-84393EB44BC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2" creationId="{EDF78464-0C53-741F-1CA8-89FFD7C93CB0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3" creationId="{E18CF992-8549-B443-2E21-FBBD4221C12A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3" creationId="{41C37FCC-1887-D2D9-9F8D-1912E5314F89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4" creationId="{AA93A6A9-0BC2-59A8-B553-53CB5319157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4" creationId="{881FC50B-262A-B00F-B4D1-F1B0676A312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5" creationId="{0D6C5360-8BB1-0BCB-7DBE-41D4334E5B5B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6" creationId="{C6D9713E-DC57-2AEB-3752-240BC50C7CD0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7" creationId="{96D769CA-D168-6EA6-36D2-87073247128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0" creationId="{11B811AB-5CBC-51AB-34DD-FE4989E255EB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1" creationId="{ECDFB36D-79E2-6927-E9D7-A59265DB8A33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0" creationId="{F73235F7-0905-D40B-4DF9-466FBF30F9EA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1" creationId="{168C3E5C-F801-1AB5-5ACA-A06328A394C8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2" creationId="{BF653D78-A634-3439-33C0-6F8DEF4A39FE}"/>
          </ac:picMkLst>
        </pc:pic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14" creationId="{5A3E7F88-F361-F095-EE70-042EB98B4A6A}"/>
          </ac:cxnSpMkLst>
        </pc:cxn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76" creationId="{BB04A947-5130-FED8-E27E-904693F03DBF}"/>
          </ac:cxnSpMkLst>
        </pc:cxnChg>
        <pc:cxnChg chg="add mod">
          <ac:chgData name="Takeuchi, Koichiro" userId="b3848a05-443b-4434-8fa5-7398ca0c03c9" providerId="ADAL" clId="{0BCE8C6C-860B-4961-8907-604115D89DF6}" dt="2024-06-24T03:47:58.390" v="6560" actId="14100"/>
          <ac:cxnSpMkLst>
            <pc:docMk/>
            <pc:sldMk cId="3580450898" sldId="2147480829"/>
            <ac:cxnSpMk id="282" creationId="{E51949F8-3924-6A05-D9CB-C487B2F70ACA}"/>
          </ac:cxnSpMkLst>
        </pc:cxnChg>
        <pc:cxnChg chg="add mod">
          <ac:chgData name="Takeuchi, Koichiro" userId="b3848a05-443b-4434-8fa5-7398ca0c03c9" providerId="ADAL" clId="{0BCE8C6C-860B-4961-8907-604115D89DF6}" dt="2024-06-24T03:48:27.131" v="6611" actId="14100"/>
          <ac:cxnSpMkLst>
            <pc:docMk/>
            <pc:sldMk cId="3580450898" sldId="2147480829"/>
            <ac:cxnSpMk id="287" creationId="{277B2045-5BCD-7CE8-14CA-958F96628BEB}"/>
          </ac:cxnSpMkLst>
        </pc:cxnChg>
        <pc:cxnChg chg="add mod">
          <ac:chgData name="Takeuchi, Koichiro" userId="b3848a05-443b-4434-8fa5-7398ca0c03c9" providerId="ADAL" clId="{0BCE8C6C-860B-4961-8907-604115D89DF6}" dt="2024-06-24T03:48:35.407" v="6612" actId="14100"/>
          <ac:cxnSpMkLst>
            <pc:docMk/>
            <pc:sldMk cId="3580450898" sldId="2147480829"/>
            <ac:cxnSpMk id="290" creationId="{C950141B-0133-5622-EC8F-B2C7AB4D12BF}"/>
          </ac:cxnSpMkLst>
        </pc:cxnChg>
        <pc:cxnChg chg="add mod">
          <ac:chgData name="Takeuchi, Koichiro" userId="b3848a05-443b-4434-8fa5-7398ca0c03c9" providerId="ADAL" clId="{0BCE8C6C-860B-4961-8907-604115D89DF6}" dt="2024-06-24T03:49:02.583" v="6655" actId="14100"/>
          <ac:cxnSpMkLst>
            <pc:docMk/>
            <pc:sldMk cId="3580450898" sldId="2147480829"/>
            <ac:cxnSpMk id="294" creationId="{CDCA8A6A-4FD7-860B-03F8-552B0648CF89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5:08:15.323" v="16389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0BCE8C6C-860B-4961-8907-604115D89DF6}" dt="2024-06-27T01:53:19.680" v="12306" actId="20577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0BCE8C6C-860B-4961-8907-604115D89DF6}" dt="2024-06-27T02:01:47.093" v="12853" actId="20577"/>
          <ac:spMkLst>
            <pc:docMk/>
            <pc:sldMk cId="2091009357" sldId="2147480830"/>
            <ac:spMk id="3" creationId="{9E89FA11-8A6A-E7A0-58F7-719585938EF4}"/>
          </ac:spMkLst>
        </pc:spChg>
        <pc:spChg chg="mod topLvl">
          <ac:chgData name="Takeuchi, Koichiro" userId="b3848a05-443b-4434-8fa5-7398ca0c03c9" providerId="ADAL" clId="{0BCE8C6C-860B-4961-8907-604115D89DF6}" dt="2024-06-27T01:04:12.640" v="10053" actId="1036"/>
          <ac:spMkLst>
            <pc:docMk/>
            <pc:sldMk cId="2091009357" sldId="2147480830"/>
            <ac:spMk id="7" creationId="{E254AA62-0673-1F43-8032-EBC7F64F23DE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9" creationId="{7EBEE1E6-ED69-127B-3291-37E234792AA9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0" creationId="{B8EE8FA1-5BAE-77E8-9CC8-AEA6B9E10DD6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1" creationId="{B2622E85-0E86-80AD-0B7E-07420CD167F1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2" creationId="{AD8DEE04-BBB3-9254-0694-60F374EA1FE8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3" creationId="{73160DEC-6899-E8BA-E40F-AE5917E1D0A0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5" creationId="{ED0F6225-4A49-FDC4-45E6-3D0FE1B08B38}"/>
          </ac:spMkLst>
        </pc:spChg>
        <pc:spChg chg="mod">
          <ac:chgData name="Takeuchi, Koichiro" userId="b3848a05-443b-4434-8fa5-7398ca0c03c9" providerId="ADAL" clId="{0BCE8C6C-860B-4961-8907-604115D89DF6}" dt="2024-06-27T01:48:41.938" v="12139" actId="12788"/>
          <ac:spMkLst>
            <pc:docMk/>
            <pc:sldMk cId="2091009357" sldId="2147480830"/>
            <ac:spMk id="16" creationId="{2057601C-0483-66E1-6180-6F9126BB3C71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7" creationId="{161D1ADC-7A06-85A5-6A8C-823C7950F609}"/>
          </ac:spMkLst>
        </pc:spChg>
        <pc:spChg chg="add del mod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8" creationId="{51151A56-5158-7092-3828-1F61F2F80F69}"/>
          </ac:spMkLst>
        </pc:spChg>
        <pc:spChg chg="add del mod">
          <ac:chgData name="Takeuchi, Koichiro" userId="b3848a05-443b-4434-8fa5-7398ca0c03c9" providerId="ADAL" clId="{0BCE8C6C-860B-4961-8907-604115D89DF6}" dt="2024-06-27T00:58:49.030" v="9713" actId="478"/>
          <ac:spMkLst>
            <pc:docMk/>
            <pc:sldMk cId="2091009357" sldId="2147480830"/>
            <ac:spMk id="19" creationId="{AD3F07ED-CD3A-1600-8C50-D00807D320D9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1" creationId="{D4F8E701-DB0C-CE47-DFA3-FA3DA4BD2E8F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2" creationId="{3533C84D-2B67-1572-F809-FC4977DE7038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3" creationId="{6C167F53-50FD-1A20-B0ED-588F1B2A8EB0}"/>
          </ac:spMkLst>
        </pc:spChg>
        <pc:spChg chg="add mod">
          <ac:chgData name="Takeuchi, Koichiro" userId="b3848a05-443b-4434-8fa5-7398ca0c03c9" providerId="ADAL" clId="{0BCE8C6C-860B-4961-8907-604115D89DF6}" dt="2024-06-27T02:00:59.807" v="12693" actId="947"/>
          <ac:spMkLst>
            <pc:docMk/>
            <pc:sldMk cId="2091009357" sldId="2147480830"/>
            <ac:spMk id="24" creationId="{5CE485F1-224D-7537-6592-82581276F5D5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5" creationId="{1BF1614E-2021-6FAA-A137-E7B75EC55CB6}"/>
          </ac:spMkLst>
        </pc:spChg>
        <pc:spChg chg="add mod">
          <ac:chgData name="Takeuchi, Koichiro" userId="b3848a05-443b-4434-8fa5-7398ca0c03c9" providerId="ADAL" clId="{0BCE8C6C-860B-4961-8907-604115D89DF6}" dt="2024-06-27T03:22:19.427" v="16075" actId="20577"/>
          <ac:spMkLst>
            <pc:docMk/>
            <pc:sldMk cId="2091009357" sldId="2147480830"/>
            <ac:spMk id="26" creationId="{AE9EF8DD-DF7B-19BF-E0DC-9467556878E7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7" creationId="{DCDAF188-E89A-F455-6F9B-F639590AA67D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28" creationId="{BF60E34C-E952-FCC1-0529-A705E6C96B0E}"/>
          </ac:spMkLst>
        </pc:spChg>
        <pc:spChg chg="mod">
          <ac:chgData name="Takeuchi, Koichiro" userId="b3848a05-443b-4434-8fa5-7398ca0c03c9" providerId="ADAL" clId="{0BCE8C6C-860B-4961-8907-604115D89DF6}" dt="2024-06-27T02:38:17.503" v="14679" actId="20577"/>
          <ac:spMkLst>
            <pc:docMk/>
            <pc:sldMk cId="2091009357" sldId="2147480830"/>
            <ac:spMk id="29" creationId="{33263DEC-6023-5330-3B8F-5DDA2FCF80E5}"/>
          </ac:spMkLst>
        </pc:spChg>
        <pc:spChg chg="de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30" creationId="{16A75592-3A14-0149-FB16-2FC8BC6F5C0C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1" creationId="{2280952A-A115-732C-677A-AC0DF2E2AF83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2" creationId="{106803A0-4822-91D9-076C-A781AB1625F2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3" creationId="{48CF34A2-6A57-E23D-CDF5-ED138450B33E}"/>
          </ac:spMkLst>
        </pc:spChg>
        <pc:spChg chg="add mod">
          <ac:chgData name="Takeuchi, Koichiro" userId="b3848a05-443b-4434-8fa5-7398ca0c03c9" providerId="ADAL" clId="{0BCE8C6C-860B-4961-8907-604115D89DF6}" dt="2024-06-27T02:01:02.446" v="12694" actId="20577"/>
          <ac:spMkLst>
            <pc:docMk/>
            <pc:sldMk cId="2091009357" sldId="2147480830"/>
            <ac:spMk id="34" creationId="{090B395C-09A4-5F11-FEF3-6C2553186A9A}"/>
          </ac:spMkLst>
        </pc:spChg>
        <pc:spChg chg="add mod">
          <ac:chgData name="Takeuchi, Koichiro" userId="b3848a05-443b-4434-8fa5-7398ca0c03c9" providerId="ADAL" clId="{0BCE8C6C-860B-4961-8907-604115D89DF6}" dt="2024-06-27T03:22:23.888" v="16086" actId="20577"/>
          <ac:spMkLst>
            <pc:docMk/>
            <pc:sldMk cId="2091009357" sldId="2147480830"/>
            <ac:spMk id="35" creationId="{98BD3226-E4CE-4491-14D7-94E99E75AD90}"/>
          </ac:spMkLst>
        </pc:spChg>
        <pc:spChg chg="add mod">
          <ac:chgData name="Takeuchi, Koichiro" userId="b3848a05-443b-4434-8fa5-7398ca0c03c9" providerId="ADAL" clId="{0BCE8C6C-860B-4961-8907-604115D89DF6}" dt="2024-06-27T01:38:08.938" v="11136" actId="14100"/>
          <ac:spMkLst>
            <pc:docMk/>
            <pc:sldMk cId="2091009357" sldId="2147480830"/>
            <ac:spMk id="36" creationId="{C6E0FCCB-ED58-5A73-95F7-5CEA3CC79C7D}"/>
          </ac:spMkLst>
        </pc:spChg>
        <pc:spChg chg="add mod">
          <ac:chgData name="Takeuchi, Koichiro" userId="b3848a05-443b-4434-8fa5-7398ca0c03c9" providerId="ADAL" clId="{0BCE8C6C-860B-4961-8907-604115D89DF6}" dt="2024-06-27T03:22:33.453" v="16097" actId="20577"/>
          <ac:spMkLst>
            <pc:docMk/>
            <pc:sldMk cId="2091009357" sldId="2147480830"/>
            <ac:spMk id="37" creationId="{025FD6C4-7A51-A19B-064F-EF915E3C564C}"/>
          </ac:spMkLst>
        </pc:spChg>
        <pc:spChg chg="add mod">
          <ac:chgData name="Takeuchi, Koichiro" userId="b3848a05-443b-4434-8fa5-7398ca0c03c9" providerId="ADAL" clId="{0BCE8C6C-860B-4961-8907-604115D89DF6}" dt="2024-06-27T01:55:55.651" v="12381" actId="20577"/>
          <ac:spMkLst>
            <pc:docMk/>
            <pc:sldMk cId="2091009357" sldId="2147480830"/>
            <ac:spMk id="38" creationId="{A4C3314A-7BCC-75A5-FEBC-32B2B44EA4AE}"/>
          </ac:spMkLst>
        </pc:spChg>
        <pc:spChg chg="add mod">
          <ac:chgData name="Takeuchi, Koichiro" userId="b3848a05-443b-4434-8fa5-7398ca0c03c9" providerId="ADAL" clId="{0BCE8C6C-860B-4961-8907-604115D89DF6}" dt="2024-06-27T01:48:17.621" v="12137" actId="20577"/>
          <ac:spMkLst>
            <pc:docMk/>
            <pc:sldMk cId="2091009357" sldId="2147480830"/>
            <ac:spMk id="39" creationId="{FDDF2A96-9989-D44D-5BA4-1E8848E1BF61}"/>
          </ac:spMkLst>
        </pc:spChg>
        <pc:spChg chg="add mod">
          <ac:chgData name="Takeuchi, Koichiro" userId="b3848a05-443b-4434-8fa5-7398ca0c03c9" providerId="ADAL" clId="{0BCE8C6C-860B-4961-8907-604115D89DF6}" dt="2024-06-27T01:46:38.653" v="12124" actId="208"/>
          <ac:spMkLst>
            <pc:docMk/>
            <pc:sldMk cId="2091009357" sldId="2147480830"/>
            <ac:spMk id="40" creationId="{5217A9E5-85D7-D75B-1629-C93EC6A8967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1" creationId="{561FE3DC-36C4-1185-CB12-3E8C8BCE24CE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2" creationId="{E48E9890-FD26-FF2F-DBF3-7E98116CA6EC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3" creationId="{46B46AE1-78F7-D736-68D4-9BAC86B50887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4" creationId="{1FED1D85-8DD7-9F19-F054-842192559128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5" creationId="{5E48DB73-A129-1ECE-53BE-023A1A9C26D0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6" creationId="{E83C1E23-8228-0C32-904C-548AF955FD96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7" creationId="{3C0036B5-593D-19D7-B954-1CF3591C7B0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8" creationId="{1C6BD4CC-447B-D0E2-F390-3DEDF1BD455F}"/>
          </ac:spMkLst>
        </pc:spChg>
        <pc:spChg chg="add mod">
          <ac:chgData name="Takeuchi, Koichiro" userId="b3848a05-443b-4434-8fa5-7398ca0c03c9" providerId="ADAL" clId="{0BCE8C6C-860B-4961-8907-604115D89DF6}" dt="2024-06-27T05:08:15.323" v="16389" actId="20577"/>
          <ac:spMkLst>
            <pc:docMk/>
            <pc:sldMk cId="2091009357" sldId="2147480830"/>
            <ac:spMk id="49" creationId="{67009D97-F9A5-F933-451D-C62EAE9FD9BE}"/>
          </ac:spMkLst>
        </pc:spChg>
        <pc:spChg chg="add del mod">
          <ac:chgData name="Takeuchi, Koichiro" userId="b3848a05-443b-4434-8fa5-7398ca0c03c9" providerId="ADAL" clId="{0BCE8C6C-860B-4961-8907-604115D89DF6}" dt="2024-06-27T01:52:53.847" v="12284" actId="478"/>
          <ac:spMkLst>
            <pc:docMk/>
            <pc:sldMk cId="2091009357" sldId="2147480830"/>
            <ac:spMk id="51" creationId="{A6FAC22C-B1F9-AEEB-63A3-D9757AA127F1}"/>
          </ac:spMkLst>
        </pc:spChg>
        <pc:spChg chg="add mod">
          <ac:chgData name="Takeuchi, Koichiro" userId="b3848a05-443b-4434-8fa5-7398ca0c03c9" providerId="ADAL" clId="{0BCE8C6C-860B-4961-8907-604115D89DF6}" dt="2024-06-27T02:00:42.220" v="12686" actId="465"/>
          <ac:spMkLst>
            <pc:docMk/>
            <pc:sldMk cId="2091009357" sldId="2147480830"/>
            <ac:spMk id="52" creationId="{01FA4150-DE52-3F38-C5E5-07DBF2531C79}"/>
          </ac:spMkLst>
        </pc:spChg>
        <pc:spChg chg="add mod">
          <ac:chgData name="Takeuchi, Koichiro" userId="b3848a05-443b-4434-8fa5-7398ca0c03c9" providerId="ADAL" clId="{0BCE8C6C-860B-4961-8907-604115D89DF6}" dt="2024-06-27T02:00:32.162" v="12678" actId="1035"/>
          <ac:spMkLst>
            <pc:docMk/>
            <pc:sldMk cId="2091009357" sldId="2147480830"/>
            <ac:spMk id="53" creationId="{196739C2-67C0-D7D4-61A7-8627F2FE9BBD}"/>
          </ac:spMkLst>
        </pc:spChg>
        <pc:spChg chg="add del mod">
          <ac:chgData name="Takeuchi, Koichiro" userId="b3848a05-443b-4434-8fa5-7398ca0c03c9" providerId="ADAL" clId="{0BCE8C6C-860B-4961-8907-604115D89DF6}" dt="2024-06-27T02:01:49.898" v="12854" actId="478"/>
          <ac:spMkLst>
            <pc:docMk/>
            <pc:sldMk cId="2091009357" sldId="2147480830"/>
            <ac:spMk id="54" creationId="{CEDF7C2D-A17F-C585-713C-BA1235BD8F76}"/>
          </ac:spMkLst>
        </pc:spChg>
        <pc:grpChg chg="del mod">
          <ac:chgData name="Takeuchi, Koichiro" userId="b3848a05-443b-4434-8fa5-7398ca0c03c9" providerId="ADAL" clId="{0BCE8C6C-860B-4961-8907-604115D89DF6}" dt="2024-06-27T00:59:16.973" v="9717" actId="165"/>
          <ac:grpSpMkLst>
            <pc:docMk/>
            <pc:sldMk cId="2091009357" sldId="2147480830"/>
            <ac:grpSpMk id="14" creationId="{4FE4F6C5-DC74-AC6B-B32B-F1F379B4601E}"/>
          </ac:grpSpMkLst>
        </pc:grpChg>
        <pc:grpChg chg="add mod">
          <ac:chgData name="Takeuchi, Koichiro" userId="b3848a05-443b-4434-8fa5-7398ca0c03c9" providerId="ADAL" clId="{0BCE8C6C-860B-4961-8907-604115D89DF6}" dt="2024-06-27T01:04:12.640" v="10053" actId="1036"/>
          <ac:grpSpMkLst>
            <pc:docMk/>
            <pc:sldMk cId="2091009357" sldId="2147480830"/>
            <ac:grpSpMk id="20" creationId="{F18806B2-A33D-4A74-3685-29C4387722E7}"/>
          </ac:grpSpMkLst>
        </pc:grpChg>
        <pc:grpChg chg="add mod">
          <ac:chgData name="Takeuchi, Koichiro" userId="b3848a05-443b-4434-8fa5-7398ca0c03c9" providerId="ADAL" clId="{0BCE8C6C-860B-4961-8907-604115D89DF6}" dt="2024-06-27T02:00:37.741" v="12685" actId="1035"/>
          <ac:grpSpMkLst>
            <pc:docMk/>
            <pc:sldMk cId="2091009357" sldId="2147480830"/>
            <ac:grpSpMk id="50" creationId="{E9AD9524-7630-5F86-94DF-E58F6EB84E5F}"/>
          </ac:grpSpMkLst>
        </pc:grpChg>
        <pc:picChg chg="mod topLvl">
          <ac:chgData name="Takeuchi, Koichiro" userId="b3848a05-443b-4434-8fa5-7398ca0c03c9" providerId="ADAL" clId="{0BCE8C6C-860B-4961-8907-604115D89DF6}" dt="2024-06-27T01:04:12.640" v="10053" actId="1036"/>
          <ac:picMkLst>
            <pc:docMk/>
            <pc:sldMk cId="2091009357" sldId="2147480830"/>
            <ac:picMk id="8" creationId="{849A686D-C0C2-BED0-2116-8519780E200D}"/>
          </ac:picMkLst>
        </pc:picChg>
      </pc:sldChg>
      <pc:sldChg chg="addSp delSp modSp add mod">
        <pc:chgData name="Takeuchi, Koichiro" userId="b3848a05-443b-4434-8fa5-7398ca0c03c9" providerId="ADAL" clId="{0BCE8C6C-860B-4961-8907-604115D89DF6}" dt="2024-06-27T09:00:02.432" v="18269" actId="20577"/>
        <pc:sldMkLst>
          <pc:docMk/>
          <pc:sldMk cId="1256059550" sldId="2147480831"/>
        </pc:sldMkLst>
        <pc:spChg chg="mod">
          <ac:chgData name="Takeuchi, Koichiro" userId="b3848a05-443b-4434-8fa5-7398ca0c03c9" providerId="ADAL" clId="{0BCE8C6C-860B-4961-8907-604115D89DF6}" dt="2024-06-27T02:47:52.789" v="14895" actId="20577"/>
          <ac:spMkLst>
            <pc:docMk/>
            <pc:sldMk cId="1256059550" sldId="2147480831"/>
            <ac:spMk id="2" creationId="{C4050E0A-F4AC-8E52-FCEA-9771083801F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3" creationId="{B935DD91-ECCB-31C0-4A22-25CAFF01FA90}"/>
          </ac:spMkLst>
        </pc:spChg>
        <pc:spChg chg="mod">
          <ac:chgData name="Takeuchi, Koichiro" userId="b3848a05-443b-4434-8fa5-7398ca0c03c9" providerId="ADAL" clId="{0BCE8C6C-860B-4961-8907-604115D89DF6}" dt="2024-06-27T08:49:07.384" v="17783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0BCE8C6C-860B-4961-8907-604115D89DF6}" dt="2024-06-27T05:13:07.372" v="16787" actId="478"/>
          <ac:spMkLst>
            <pc:docMk/>
            <pc:sldMk cId="1256059550" sldId="2147480831"/>
            <ac:spMk id="6" creationId="{3C9F38CD-CE15-4155-474C-4EE4B6E15B93}"/>
          </ac:spMkLst>
        </pc:spChg>
        <pc:spChg chg="add mod">
          <ac:chgData name="Takeuchi, Koichiro" userId="b3848a05-443b-4434-8fa5-7398ca0c03c9" providerId="ADAL" clId="{0BCE8C6C-860B-4961-8907-604115D89DF6}" dt="2024-06-27T08:53:56.320" v="18060" actId="14100"/>
          <ac:spMkLst>
            <pc:docMk/>
            <pc:sldMk cId="1256059550" sldId="2147480831"/>
            <ac:spMk id="7" creationId="{545A7ACF-B9D1-EEAA-3F01-B786CDD791A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8" creationId="{035651D4-E5EF-C601-9EB2-B2AC0A242BFF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9" creationId="{B86D8330-0B1A-E587-FA07-0AAE4A76EC6B}"/>
          </ac:spMkLst>
        </pc:spChg>
        <pc:spChg chg="del">
          <ac:chgData name="Takeuchi, Koichiro" userId="b3848a05-443b-4434-8fa5-7398ca0c03c9" providerId="ADAL" clId="{0BCE8C6C-860B-4961-8907-604115D89DF6}" dt="2024-06-27T02:07:51.703" v="13100" actId="478"/>
          <ac:spMkLst>
            <pc:docMk/>
            <pc:sldMk cId="1256059550" sldId="2147480831"/>
            <ac:spMk id="10" creationId="{8CD5BA63-C0B2-CEB6-93FE-328B281F0AFD}"/>
          </ac:spMkLst>
        </pc:spChg>
        <pc:spChg chg="del">
          <ac:chgData name="Takeuchi, Koichiro" userId="b3848a05-443b-4434-8fa5-7398ca0c03c9" providerId="ADAL" clId="{0BCE8C6C-860B-4961-8907-604115D89DF6}" dt="2024-06-27T02:13:51.439" v="13656" actId="478"/>
          <ac:spMkLst>
            <pc:docMk/>
            <pc:sldMk cId="1256059550" sldId="2147480831"/>
            <ac:spMk id="11" creationId="{2F6A44E9-3B7D-1E55-A0E1-B656D0009265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0BCE8C6C-860B-4961-8907-604115D89DF6}" dt="2024-06-27T09:00:02.432" v="18269" actId="20577"/>
          <ac:spMkLst>
            <pc:docMk/>
            <pc:sldMk cId="1256059550" sldId="2147480831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8" creationId="{54925650-A2C7-8C3D-3169-31D70F34808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9" creationId="{DFB3C414-E0D7-82AD-193B-123716EDE860}"/>
          </ac:spMkLst>
        </pc:spChg>
        <pc:spChg chg="del">
          <ac:chgData name="Takeuchi, Koichiro" userId="b3848a05-443b-4434-8fa5-7398ca0c03c9" providerId="ADAL" clId="{0BCE8C6C-860B-4961-8907-604115D89DF6}" dt="2024-06-27T02:03:08.897" v="12921" actId="478"/>
          <ac:spMkLst>
            <pc:docMk/>
            <pc:sldMk cId="1256059550" sldId="2147480831"/>
            <ac:spMk id="20" creationId="{AE0FEECE-71B8-E3E7-EDF6-0C0453B2F388}"/>
          </ac:spMkLst>
        </pc:spChg>
        <pc:spChg chg="mod">
          <ac:chgData name="Takeuchi, Koichiro" userId="b3848a05-443b-4434-8fa5-7398ca0c03c9" providerId="ADAL" clId="{0BCE8C6C-860B-4961-8907-604115D89DF6}" dt="2024-06-27T08:50:27.747" v="17859" actId="255"/>
          <ac:spMkLst>
            <pc:docMk/>
            <pc:sldMk cId="1256059550" sldId="2147480831"/>
            <ac:spMk id="46" creationId="{5F6391F3-D7AB-1690-4273-8B8DFBF2BA2B}"/>
          </ac:spMkLst>
        </pc:spChg>
        <pc:spChg chg="mod">
          <ac:chgData name="Takeuchi, Koichiro" userId="b3848a05-443b-4434-8fa5-7398ca0c03c9" providerId="ADAL" clId="{0BCE8C6C-860B-4961-8907-604115D89DF6}" dt="2024-06-27T08:58:36.916" v="18081" actId="947"/>
          <ac:spMkLst>
            <pc:docMk/>
            <pc:sldMk cId="1256059550" sldId="2147480831"/>
            <ac:spMk id="52" creationId="{31FE5F08-F380-21A0-E6AC-8278563276A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3" creationId="{ED8B1D29-4FB0-1150-B85E-C70969A5E22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5" creationId="{41E8A974-E923-D40A-7E1B-AA2555EE71F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6" creationId="{4FA19F00-B21F-3BDD-EF97-E7645440DF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7" creationId="{B593345A-14D5-4B98-302A-DD3400A9E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8" creationId="{A77EE4C5-0A99-CE2A-E26C-FEF30B6F968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9" creationId="{27870E17-23CC-D8F9-5085-1C5528401C96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0" creationId="{0EECCE46-2E1C-1A88-6933-018E8A5B09E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1" creationId="{6F57270E-04EC-2C28-D07E-D9A16B20ED7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2" creationId="{B0C6064B-297C-9AAE-DA4C-40D527739810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3" creationId="{9D66B40B-A76A-5F66-79FE-B57537A8129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4" creationId="{DC255834-7785-8654-E338-60A1CD5AFB2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5" creationId="{FC239252-BB22-9A7C-B315-8A9327338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6" creationId="{5A79ACBD-2299-AF46-BDD0-81EC95C2DDB0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8" creationId="{FEA6D6A3-6F0A-1214-A01F-411341C529BB}"/>
          </ac:spMkLst>
        </pc:spChg>
        <pc:spChg chg="del">
          <ac:chgData name="Takeuchi, Koichiro" userId="b3848a05-443b-4434-8fa5-7398ca0c03c9" providerId="ADAL" clId="{0BCE8C6C-860B-4961-8907-604115D89DF6}" dt="2024-06-27T02:06:15.298" v="13026" actId="478"/>
          <ac:spMkLst>
            <pc:docMk/>
            <pc:sldMk cId="1256059550" sldId="2147480831"/>
            <ac:spMk id="90" creationId="{72CBB347-247D-A187-D13C-762A7C2BF66F}"/>
          </ac:spMkLst>
        </pc:spChg>
        <pc:spChg chg="del">
          <ac:chgData name="Takeuchi, Koichiro" userId="b3848a05-443b-4434-8fa5-7398ca0c03c9" providerId="ADAL" clId="{0BCE8C6C-860B-4961-8907-604115D89DF6}" dt="2024-06-27T02:11:00.452" v="13538" actId="478"/>
          <ac:spMkLst>
            <pc:docMk/>
            <pc:sldMk cId="1256059550" sldId="2147480831"/>
            <ac:spMk id="91" creationId="{B641EB66-FD40-B7FA-555D-CE5A2E5888F8}"/>
          </ac:spMkLst>
        </pc:spChg>
        <pc:spChg chg="del mod">
          <ac:chgData name="Takeuchi, Koichiro" userId="b3848a05-443b-4434-8fa5-7398ca0c03c9" providerId="ADAL" clId="{0BCE8C6C-860B-4961-8907-604115D89DF6}" dt="2024-06-27T02:25:02.960" v="13844" actId="478"/>
          <ac:spMkLst>
            <pc:docMk/>
            <pc:sldMk cId="1256059550" sldId="2147480831"/>
            <ac:spMk id="93" creationId="{843ABC1A-0220-4932-F189-F3F6134924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4" creationId="{72EF32CD-6595-FDF7-1CEA-382933E01A4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5" creationId="{0F845545-C7D4-3EEA-F7B6-55DF32AF1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6" creationId="{9339E03E-D830-5605-6A15-BBFAD6A212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7" creationId="{9FDDBF6A-FDB0-F596-5A5C-EBF9F978421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8" creationId="{7C30C3DB-78A1-C2ED-5444-CEA78A3B81D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9" creationId="{0057D7BE-A736-5A50-F9ED-8F8DCE90C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0" creationId="{66307FF8-5EFF-2225-2ECB-9C2BF700ACE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2" creationId="{B0973A96-D7D1-A5F4-42C8-13E82ACC7F0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3" creationId="{3EC2D7FB-B5A4-2C33-C57E-6CAA4BB16AB1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6" creationId="{9C34BE37-5712-0312-387E-039E4CE176B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7" creationId="{E59BCDFA-CBB4-C493-4E7D-A88A700D50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1" creationId="{84A66E56-AB3B-0914-5507-82FFF45FA66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2" creationId="{8BA693BC-1AB8-A885-C41B-05DA4E5D51B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3" creationId="{B451CDAC-FA02-2CC4-8155-DBF9B7C72A3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4" creationId="{F1EB9C89-9806-1BD0-4EEE-A84FCE106ED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4" creationId="{16758918-22AD-6374-15BE-F1CD112A78B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5" creationId="{320DCEC1-605D-7C8E-90C6-3083ADC680E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6" creationId="{85526314-52DB-C8EB-6AE2-ED7FFE35C1D5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7" creationId="{60629366-40BE-9C15-189D-BFFAC37E8D2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8" creationId="{457A1190-581B-F5F5-E403-4B850F56603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9" creationId="{923C83C1-5517-D9F9-8384-DA257F2368A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0" creationId="{FA598032-6B2F-CF69-69B3-63D8EDD9295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1" creationId="{0FF48350-7A24-5C0D-A5B4-0C5C12B75F9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9" creationId="{086B1212-BA80-3FFE-7D6F-ECF5836E50D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0" creationId="{4A663750-C3D9-E3DA-05C4-7D67055C8C1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1" creationId="{8340C25A-9915-5E35-D129-78EFA85D940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76" creationId="{79ED4353-BC20-485F-8B47-DD2C38DDC405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8" creationId="{2B563CE4-997C-0671-1FC0-EF6FB12FF81E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9" creationId="{662C7231-C89D-AD70-52F5-24E6573A6A5A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180" creationId="{98BB8B65-4D22-0729-D62A-5718995857EC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1" creationId="{7CC81AB1-594D-AFC0-78BD-DD411977738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2" creationId="{7196C57E-D78B-E515-F1E1-EC3D446F391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3" creationId="{1A18D167-BC4A-F171-4B12-2CE48CBFEEB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4" creationId="{07B6781A-0002-6C91-118A-9595F68C98A9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5" creationId="{3090B859-B839-0E03-1FF5-529BE25B523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6" creationId="{F57B6D85-F5F5-2003-1A35-08ABD8FDC9F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7" creationId="{AA240F69-AE43-A9F6-02D9-3B3597305FD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8" creationId="{F4F321B6-A683-A81D-33EC-FA0B944FF201}"/>
          </ac:spMkLst>
        </pc:spChg>
        <pc:spChg chg="add del mod">
          <ac:chgData name="Takeuchi, Koichiro" userId="b3848a05-443b-4434-8fa5-7398ca0c03c9" providerId="ADAL" clId="{0BCE8C6C-860B-4961-8907-604115D89DF6}" dt="2024-06-27T08:58:51.855" v="18101" actId="20577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192" creationId="{69B984D1-98D0-FA50-FA6F-6345FA35D08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3" creationId="{CAC4F40F-2A2B-073A-D470-ED0C81E24213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4" creationId="{9073B941-AE8F-F6BA-DE7B-483447A62F86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5" creationId="{DCE1E1A7-2039-6A99-8F54-6982E1622B12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6" creationId="{098808CA-259A-144E-20D2-36853697CB7A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7" creationId="{B7AFC415-C1D9-02B8-D2E5-98B81847F8C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8" creationId="{FA8076B2-6B2C-EAAE-BF1D-2F65C9B42065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9" creationId="{6B9639F6-6648-BA25-DF3F-DD6C49D8313C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0" creationId="{7D6FDAF8-E4D2-729D-3093-10DC4ADCDB3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1" creationId="{3ED6E915-C1AA-8836-7B33-A365183D05D4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2" creationId="{7AFECDB1-791C-771B-71CB-9263111215D0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3" creationId="{8654EA83-BC20-8FDF-3D79-1ED2B100E350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06" creationId="{64C92905-F58C-00DB-DDA4-862B4C6996E1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07" creationId="{7D95CBE3-F81E-3DA3-9AF4-E2962B6D52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8" creationId="{531F8940-1EFE-DA00-53F1-5015FAE21735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9" creationId="{30B282B6-9750-FA8B-6C51-A5917F777134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0" creationId="{35CE46D5-A796-E027-5CAC-CF70DF116A4B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1" creationId="{AFF9BE76-BCFA-CBD5-8E5B-971A0279D4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2" creationId="{14A9D9A1-4AEE-599B-32A1-C126CF147B3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3" creationId="{4E7C820E-2345-BB83-143F-E8B2E618B28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4" creationId="{8912081A-38C7-6169-5113-49BD0264F6F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5" creationId="{43FD22A2-8270-CE73-7B7D-6930666C3742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6" creationId="{D1D443BD-5FF5-0466-8254-D380AA63B39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7" creationId="{040B7B0C-2E0B-336E-FC0D-9741329C79D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21" creationId="{BF3911DA-2E6B-4C95-8308-A44039CF2C76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2" creationId="{35CDF988-BC75-346A-892B-F1012C18B7ED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3" creationId="{6E316A37-BC93-7B61-CDE8-76EA58C8322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4" creationId="{85BC9C2E-C34B-E93D-65E3-92129BE29BF3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5" creationId="{513D32F9-642B-3EFA-3570-EFC5C5499E57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6" creationId="{1C041218-3C1A-4DBD-D465-670F31FEC15E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7" creationId="{3791F0AB-B144-EA72-B581-3B967285A06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8" creationId="{D145CA5D-315C-8093-3932-05A5DF78AEDB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9" creationId="{C595865B-12D8-5590-750D-555C2C1AA6C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0" creationId="{602760BC-0B36-4E2A-BDC1-01FDA1F6226A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1" creationId="{1CAD19C7-DDBE-7096-F5EF-7318A6BF424D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2" creationId="{5E443E82-5937-AA55-AF5B-A98307FE8801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3" creationId="{68806A89-7F13-A8C9-138A-60EBC8463378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34" creationId="{D7458064-EF37-8F1A-E665-1CC6B6A29BFD}"/>
          </ac:spMkLst>
        </pc:spChg>
        <pc:spChg chg="add del mod">
          <ac:chgData name="Takeuchi, Koichiro" userId="b3848a05-443b-4434-8fa5-7398ca0c03c9" providerId="ADAL" clId="{0BCE8C6C-860B-4961-8907-604115D89DF6}" dt="2024-06-27T05:10:04.234" v="16473" actId="478"/>
          <ac:spMkLst>
            <pc:docMk/>
            <pc:sldMk cId="1256059550" sldId="2147480831"/>
            <ac:spMk id="235" creationId="{7F53FFBB-295D-F640-7A46-07D192D92FD3}"/>
          </ac:spMkLst>
        </pc:spChg>
        <pc:spChg chg="add del mod">
          <ac:chgData name="Takeuchi, Koichiro" userId="b3848a05-443b-4434-8fa5-7398ca0c03c9" providerId="ADAL" clId="{0BCE8C6C-860B-4961-8907-604115D89DF6}" dt="2024-06-27T03:19:23.232" v="16051" actId="478"/>
          <ac:spMkLst>
            <pc:docMk/>
            <pc:sldMk cId="1256059550" sldId="2147480831"/>
            <ac:spMk id="236" creationId="{897BB624-636F-8806-9B3D-3AFC441F2124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7" creationId="{0F0B8C15-4FF5-97E4-3306-61225592C76E}"/>
          </ac:spMkLst>
        </pc:spChg>
        <pc:spChg chg="add mod">
          <ac:chgData name="Takeuchi, Koichiro" userId="b3848a05-443b-4434-8fa5-7398ca0c03c9" providerId="ADAL" clId="{0BCE8C6C-860B-4961-8907-604115D89DF6}" dt="2024-06-27T03:19:54.330" v="16057"/>
          <ac:spMkLst>
            <pc:docMk/>
            <pc:sldMk cId="1256059550" sldId="2147480831"/>
            <ac:spMk id="238" creationId="{00FF6F69-8E33-3FA2-392E-3A4F5E714BE8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9" creationId="{AD9064C2-E115-D148-472C-3427A8A416D7}"/>
          </ac:spMkLst>
        </pc:spChg>
        <pc:spChg chg="add del mod">
          <ac:chgData name="Takeuchi, Koichiro" userId="b3848a05-443b-4434-8fa5-7398ca0c03c9" providerId="ADAL" clId="{0BCE8C6C-860B-4961-8907-604115D89DF6}" dt="2024-06-27T05:02:15.831" v="16138" actId="478"/>
          <ac:spMkLst>
            <pc:docMk/>
            <pc:sldMk cId="1256059550" sldId="2147480831"/>
            <ac:spMk id="240" creationId="{F462492A-AD05-79AC-EB54-1E0B691FDE29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41" creationId="{0ED58D70-4AF2-72C4-9339-4F0AFB51812B}"/>
          </ac:spMkLst>
        </pc:spChg>
        <pc:spChg chg="add del mod">
          <ac:chgData name="Takeuchi, Koichiro" userId="b3848a05-443b-4434-8fa5-7398ca0c03c9" providerId="ADAL" clId="{0BCE8C6C-860B-4961-8907-604115D89DF6}" dt="2024-06-27T05:10:45.444" v="16647" actId="478"/>
          <ac:spMkLst>
            <pc:docMk/>
            <pc:sldMk cId="1256059550" sldId="2147480831"/>
            <ac:spMk id="242" creationId="{28D4EFCD-7E63-D663-D1E0-9767AC001A8F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3" creationId="{3C8D8030-02C7-1B03-58F1-AA8EBA3FCEB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4" creationId="{47809B40-CCEC-E4BF-D76E-529610A2F95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5" creationId="{455FF4D8-C064-07E2-5DF3-F97078E3D2A6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6" creationId="{ACDBEFEE-30D3-6ED3-5666-99B0B6F705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7" creationId="{F96F8A0C-4C9A-B41E-A29E-C8F9DD8E48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8" creationId="{4B7C837E-0BFE-76A7-65EC-44ED7AF28111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49" creationId="{CA819F1D-AB2C-AEBE-0CAE-9A9B54A9E474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0" creationId="{423E4230-52A9-8036-E20A-077A6267B27F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51" creationId="{81507707-9F80-FF46-842A-73FC5851881F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2" creationId="{50DA63EA-5D31-9CDB-F590-01159A8775FA}"/>
          </ac:spMkLst>
        </pc:spChg>
        <pc:spChg chg="mod">
          <ac:chgData name="Takeuchi, Koichiro" userId="b3848a05-443b-4434-8fa5-7398ca0c03c9" providerId="ADAL" clId="{0BCE8C6C-860B-4961-8907-604115D89DF6}" dt="2024-06-27T08:58:47.613" v="18099" actId="947"/>
          <ac:spMkLst>
            <pc:docMk/>
            <pc:sldMk cId="1256059550" sldId="2147480831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0BCE8C6C-860B-4961-8907-604115D89DF6}" dt="2024-06-27T05:11:47.492" v="16717"/>
          <ac:spMkLst>
            <pc:docMk/>
            <pc:sldMk cId="1256059550" sldId="2147480831"/>
            <ac:spMk id="258" creationId="{DAB7FB17-845B-0920-B2AC-A1430A6FBDEF}"/>
          </ac:spMkLst>
        </pc:spChg>
        <pc:spChg chg="mod">
          <ac:chgData name="Takeuchi, Koichiro" userId="b3848a05-443b-4434-8fa5-7398ca0c03c9" providerId="ADAL" clId="{0BCE8C6C-860B-4961-8907-604115D89DF6}" dt="2024-06-27T08:30:45.692" v="17640" actId="404"/>
          <ac:spMkLst>
            <pc:docMk/>
            <pc:sldMk cId="1256059550" sldId="2147480831"/>
            <ac:spMk id="261" creationId="{B729E585-1275-2798-C16A-CCF61EC14F33}"/>
          </ac:spMkLst>
        </pc:spChg>
        <pc:spChg chg="add mod">
          <ac:chgData name="Takeuchi, Koichiro" userId="b3848a05-443b-4434-8fa5-7398ca0c03c9" providerId="ADAL" clId="{0BCE8C6C-860B-4961-8907-604115D89DF6}" dt="2024-06-27T05:12:04.243" v="16720"/>
          <ac:spMkLst>
            <pc:docMk/>
            <pc:sldMk cId="1256059550" sldId="2147480831"/>
            <ac:spMk id="262" creationId="{13F54DFC-015E-3ABF-3B49-E6DF60880083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63" creationId="{23249CE0-6054-8C26-59F0-EDA6D641ABCC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307" creationId="{A30F2A7E-74DF-AB94-8078-83D7E13CCB00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308" creationId="{48AD3ECE-2A9A-A9F8-0CBE-5B277B5774CE}"/>
          </ac:spMkLst>
        </pc:spChg>
        <pc:grpChg chg="add mod">
          <ac:chgData name="Takeuchi, Koichiro" userId="b3848a05-443b-4434-8fa5-7398ca0c03c9" providerId="ADAL" clId="{0BCE8C6C-860B-4961-8907-604115D89DF6}" dt="2024-06-27T08:50:08.354" v="17846" actId="553"/>
          <ac:grpSpMkLst>
            <pc:docMk/>
            <pc:sldMk cId="1256059550" sldId="2147480831"/>
            <ac:grpSpMk id="3" creationId="{E7C2F6B4-B08F-1C31-681A-3B6EB5A30FD3}"/>
          </ac:grpSpMkLst>
        </pc:grpChg>
        <pc:grpChg chg="add mod">
          <ac:chgData name="Takeuchi, Koichiro" userId="b3848a05-443b-4434-8fa5-7398ca0c03c9" providerId="ADAL" clId="{0BCE8C6C-860B-4961-8907-604115D89DF6}" dt="2024-06-27T08:52:27.435" v="17878" actId="14100"/>
          <ac:grpSpMkLst>
            <pc:docMk/>
            <pc:sldMk cId="1256059550" sldId="2147480831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0BCE8C6C-860B-4961-8907-604115D89DF6}" dt="2024-06-27T02:14:52.453" v="13702" actId="165"/>
          <ac:grpSpMkLst>
            <pc:docMk/>
            <pc:sldMk cId="1256059550" sldId="2147480831"/>
            <ac:grpSpMk id="14" creationId="{74D9AC98-D393-ED95-575F-CF9030DFCDA4}"/>
          </ac:grpSpMkLst>
        </pc:grpChg>
        <pc:grpChg chg="add mod">
          <ac:chgData name="Takeuchi, Koichiro" userId="b3848a05-443b-4434-8fa5-7398ca0c03c9" providerId="ADAL" clId="{0BCE8C6C-860B-4961-8907-604115D89DF6}" dt="2024-06-27T08:50:15.171" v="17848" actId="553"/>
          <ac:grpSpMkLst>
            <pc:docMk/>
            <pc:sldMk cId="1256059550" sldId="214748083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0BCE8C6C-860B-4961-8907-604115D89DF6}" dt="2024-06-27T08:48:54.040" v="17780" actId="165"/>
          <ac:grpSpMkLst>
            <pc:docMk/>
            <pc:sldMk cId="1256059550" sldId="2147480831"/>
            <ac:grpSpMk id="29" creationId="{E29A32CD-FC62-9887-CE14-FF69CCC19C2D}"/>
          </ac:grpSpMkLst>
        </pc:grpChg>
        <pc:grpChg chg="mod">
          <ac:chgData name="Takeuchi, Koichiro" userId="b3848a05-443b-4434-8fa5-7398ca0c03c9" providerId="ADAL" clId="{0BCE8C6C-860B-4961-8907-604115D89DF6}" dt="2024-06-27T08:50:11.916" v="17847" actId="14100"/>
          <ac:grpSpMkLst>
            <pc:docMk/>
            <pc:sldMk cId="1256059550" sldId="2147480831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8:50:22.544" v="17858" actId="1036"/>
          <ac:grpSpMkLst>
            <pc:docMk/>
            <pc:sldMk cId="1256059550" sldId="2147480831"/>
            <ac:grpSpMk id="50" creationId="{ACEFCF3C-2616-77E0-F8EF-14862CC5C5D9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11" creationId="{2D688D98-EE07-5F8A-0F9E-9141FDA63330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28" creationId="{323B008A-E583-A9D8-DEB3-61443458A4AD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52" creationId="{9B36B912-4FC9-6B3A-63C8-EF7A339D9EF9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190" creationId="{8ADA6018-DF5F-C463-B5C7-E073F3A1CAB4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04" creationId="{1FD2846C-3D48-57A3-95BF-BA0D51969BD6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19" creationId="{546FB9B0-7DA0-4F9C-BB2D-BC07E26D49B6}"/>
          </ac:grpSpMkLst>
        </pc:grpChg>
        <pc:grpChg chg="add mod">
          <ac:chgData name="Takeuchi, Koichiro" userId="b3848a05-443b-4434-8fa5-7398ca0c03c9" providerId="ADAL" clId="{0BCE8C6C-860B-4961-8907-604115D89DF6}" dt="2024-06-27T08:49:10.126" v="17784" actId="164"/>
          <ac:grpSpMkLst>
            <pc:docMk/>
            <pc:sldMk cId="1256059550" sldId="2147480831"/>
            <ac:grpSpMk id="253" creationId="{57EDF151-EDB9-13C6-5073-717E1CB3AEBB}"/>
          </ac:grpSpMkLst>
        </pc:grpChg>
        <pc:grpChg chg="add del mod">
          <ac:chgData name="Takeuchi, Koichiro" userId="b3848a05-443b-4434-8fa5-7398ca0c03c9" providerId="ADAL" clId="{0BCE8C6C-860B-4961-8907-604115D89DF6}" dt="2024-06-27T05:12:09.257" v="16721" actId="478"/>
          <ac:grpSpMkLst>
            <pc:docMk/>
            <pc:sldMk cId="1256059550" sldId="2147480831"/>
            <ac:grpSpMk id="256" creationId="{019E3701-0316-C9C9-6BB4-5F73D8605A56}"/>
          </ac:grpSpMkLst>
        </pc:grpChg>
        <pc:grpChg chg="add mod">
          <ac:chgData name="Takeuchi, Koichiro" userId="b3848a05-443b-4434-8fa5-7398ca0c03c9" providerId="ADAL" clId="{0BCE8C6C-860B-4961-8907-604115D89DF6}" dt="2024-06-27T08:52:36.338" v="17898" actId="1037"/>
          <ac:grpSpMkLst>
            <pc:docMk/>
            <pc:sldMk cId="1256059550" sldId="2147480831"/>
            <ac:grpSpMk id="259" creationId="{BD742AFC-913D-9D9A-8B50-52664690A895}"/>
          </ac:grpSpMkLst>
        </pc:grp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1" creationId="{66553A0F-A23B-EE48-AC0E-60F2E55F3516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6" creationId="{7CD49409-59A3-CB39-0ADA-0B190C5E0CD1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7" creationId="{DE7AA20C-F602-DBEA-0FB0-4C3CE1A0FA43}"/>
          </ac:cxnSpMkLst>
        </pc:cxnChg>
        <pc:cxnChg chg="del mod">
          <ac:chgData name="Takeuchi, Koichiro" userId="b3848a05-443b-4434-8fa5-7398ca0c03c9" providerId="ADAL" clId="{0BCE8C6C-860B-4961-8907-604115D89DF6}" dt="2024-06-27T02:20:55.645" v="13833" actId="478"/>
          <ac:cxnSpMkLst>
            <pc:docMk/>
            <pc:sldMk cId="1256059550" sldId="2147480831"/>
            <ac:cxnSpMk id="28" creationId="{24CAE752-6A1D-0EAD-DA4F-878A0CE2E25B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0" creationId="{2203F37F-7249-C84B-28AF-065D59CAF6C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2" creationId="{D1C73711-1B88-C02A-DA57-7DABBF432709}"/>
          </ac:cxnSpMkLst>
        </pc:cxnChg>
        <pc:cxnChg chg="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4" creationId="{FB12DB99-C24E-8C3F-EA03-5094FB7D4299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5" creationId="{E3835E5E-B0A9-9383-9D1F-88AAD5A6490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6" creationId="{7CA62F66-C003-ECC9-E963-723A58F8E457}"/>
          </ac:cxnSpMkLst>
        </pc:cxnChg>
        <pc:cxnChg chg="del mod">
          <ac:chgData name="Takeuchi, Koichiro" userId="b3848a05-443b-4434-8fa5-7398ca0c03c9" providerId="ADAL" clId="{0BCE8C6C-860B-4961-8907-604115D89DF6}" dt="2024-06-27T02:15:55.216" v="13709" actId="478"/>
          <ac:cxnSpMkLst>
            <pc:docMk/>
            <pc:sldMk cId="1256059550" sldId="2147480831"/>
            <ac:cxnSpMk id="37" creationId="{6777F080-77AD-8A6A-2E84-10D81AE3434F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40" creationId="{A73DC07F-7A69-403E-E68C-CED62189C9F2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41" creationId="{2FA24D9E-32A3-E6E1-4F18-469C72FF477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3" creationId="{52734E9F-A7E2-DF34-376C-402F8B261D8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9" creationId="{652A47AE-442A-E3FA-24FA-262F9E69375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7" creationId="{24072D39-9BAD-9607-004D-A1537ECBDA1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9" creationId="{2A46A413-4F78-78F5-5802-A7D636BD7A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0" creationId="{DD75F00D-0218-3FA0-02A7-E7CEE4D15951}"/>
          </ac:cxnSpMkLst>
        </pc:cxnChg>
        <pc:cxnChg chg="add del mod">
          <ac:chgData name="Takeuchi, Koichiro" userId="b3848a05-443b-4434-8fa5-7398ca0c03c9" providerId="ADAL" clId="{0BCE8C6C-860B-4961-8907-604115D89DF6}" dt="2024-06-27T02:20:57.454" v="13834" actId="478"/>
          <ac:cxnSpMkLst>
            <pc:docMk/>
            <pc:sldMk cId="1256059550" sldId="2147480831"/>
            <ac:cxnSpMk id="71" creationId="{68AB75EE-0564-C905-512E-29ED9DF6F20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3" creationId="{20A1246F-F17E-D865-6795-19D78F5B564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6" creationId="{93640FF4-FCF8-3748-6A43-00CACF9219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9" creationId="{2928148E-7372-53CC-714A-EDD838D83AF1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0" creationId="{3A79AC73-89A8-9262-2C9E-CD929822E863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1" creationId="{DFA9AB58-2200-3552-D851-EBE18A5B3C5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2" creationId="{75C1D1B6-F059-004E-6D25-A23E5EACB51C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4" creationId="{9DD5D6E7-E646-2565-9EAD-B087C356CC4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5" creationId="{D42E99B6-817F-E78A-DA8A-579BA184317E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7" creationId="{1FD31724-EBCF-980C-2DEA-8C8A2982231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8" creationId="{356A75DD-3DD4-C690-0AFF-9AE5C41CC4F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2" creationId="{3D4529CB-632D-081D-40D5-6A9C8942767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5" creationId="{DD3FF002-8449-6DEF-EFFA-4609C628D3CD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96" creationId="{20E24D2B-296C-63C5-8BCD-0530D6775528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0BCE8C6C-860B-4961-8907-604115D89DF6}" dt="2024-06-27T02:19:41.695" v="13789" actId="14100"/>
          <ac:cxnSpMkLst>
            <pc:docMk/>
            <pc:sldMk cId="1256059550" sldId="2147480831"/>
            <ac:cxnSpMk id="100" creationId="{90EB7081-3904-8808-0DEE-CF7E20169A46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0BCE8C6C-860B-4961-8907-604115D89DF6}" dt="2024-06-27T02:19:40.617" v="13787" actId="14100"/>
          <ac:cxnSpMkLst>
            <pc:docMk/>
            <pc:sldMk cId="1256059550" sldId="2147480831"/>
            <ac:cxnSpMk id="104" creationId="{9DD981A5-FA4A-7317-47A4-E1C366058F6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5" creationId="{86F6412A-82DE-A741-A603-402629A3C82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8" creationId="{0CF343DE-43C7-60E6-80F6-30543F5AB3B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5" creationId="{7D94A97F-46CA-12CD-52B6-D4B03FB40F6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41" creationId="{1A4E9348-F9BC-F110-951E-50B540C37585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43" creationId="{3D096BD8-6E6E-D250-30BE-A545DA8F82A5}"/>
          </ac:cxnSpMkLst>
        </pc:cxnChg>
        <pc:cxnChg chg="add mod">
          <ac:chgData name="Takeuchi, Koichiro" userId="b3848a05-443b-4434-8fa5-7398ca0c03c9" providerId="ADAL" clId="{0BCE8C6C-860B-4961-8907-604115D89DF6}" dt="2024-06-27T08:49:52.101" v="17833" actId="1036"/>
          <ac:cxnSpMkLst>
            <pc:docMk/>
            <pc:sldMk cId="1256059550" sldId="214748083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70" creationId="{2ADDD7AE-3528-F939-719E-C0D38A3797C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1" creationId="{B69696EF-5163-2F98-655B-096FB4B2E03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4" creationId="{3D78EE41-7334-D7A6-8FF3-88B3046D362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7" creationId="{75C72034-505A-B8F2-4A3B-3A986F91CE44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191" creationId="{C41781FC-50D2-F63E-AB08-4FB5EE706AFE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05" creationId="{82034D85-8603-1E19-9B0B-173469DBDD49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20" creationId="{F68AF362-2A13-6C94-3AD2-7EAA1A6B50B8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7" creationId="{C57D4287-77B6-5C6F-8028-BBE5AAC890AD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60" creationId="{BA1E8331-4760-A5F9-FE13-AE1D21916E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4" creationId="{385B9B26-B71D-9B4C-F7A0-8961317E1B61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7" creationId="{7E1275D6-8FA2-56D3-B25F-A5E28E63D9E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0" creationId="{4FD0BED1-7F6D-FC1C-A1A1-6E4499C52AA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3" creationId="{7ED6C6F1-6270-F8AB-F2C3-61EDDCEDB5FF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6" creationId="{B7276D31-C93D-296A-6B31-EE4D9C0BAEF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9" creationId="{EA21D8E7-AC6E-5461-1DE2-318A1AEB9EB4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2" creationId="{41FC49F5-5EF5-27B0-D673-189168D5938B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5" creationId="{5B0750F1-A170-B72D-56A7-FE74DB211E7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8" creationId="{EFE089F9-0576-7D01-B1DA-10EDEB39A5E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1" creationId="{1E4027AE-5EAE-20A0-0ED0-05364FF26DA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4" creationId="{314DE63A-1CB0-461A-F339-45D9651EB50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7" creationId="{A1B46B9E-66AA-6CF7-1245-5EAAC32721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1" creationId="{77B0A4DE-FBEB-9B25-9D1E-898256CCED8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4" creationId="{428FDA51-AF2D-DB73-D5BF-5ECB0BEC3EB2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9:25:46.385" v="19438" actId="14100"/>
        <pc:sldMkLst>
          <pc:docMk/>
          <pc:sldMk cId="3440771626" sldId="2147480832"/>
        </pc:sldMkLst>
        <pc:spChg chg="mod">
          <ac:chgData name="Takeuchi, Koichiro" userId="b3848a05-443b-4434-8fa5-7398ca0c03c9" providerId="ADAL" clId="{0BCE8C6C-860B-4961-8907-604115D89DF6}" dt="2024-06-27T09:15:40.413" v="18826" actId="20577"/>
          <ac:spMkLst>
            <pc:docMk/>
            <pc:sldMk cId="3440771626" sldId="2147480832"/>
            <ac:spMk id="2" creationId="{C4050E0A-F4AC-8E52-FCEA-9771083801F3}"/>
          </ac:spMkLst>
        </pc:spChg>
        <pc:spChg chg="mod">
          <ac:chgData name="Takeuchi, Koichiro" userId="b3848a05-443b-4434-8fa5-7398ca0c03c9" providerId="ADAL" clId="{0BCE8C6C-860B-4961-8907-604115D89DF6}" dt="2024-06-27T09:12:35.612" v="18639" actId="1076"/>
          <ac:spMkLst>
            <pc:docMk/>
            <pc:sldMk cId="3440771626" sldId="2147480832"/>
            <ac:spMk id="5" creationId="{72CCA9CC-3A88-7CAC-9089-56B0661016F1}"/>
          </ac:spMkLst>
        </pc:spChg>
        <pc:spChg chg="del">
          <ac:chgData name="Takeuchi, Koichiro" userId="b3848a05-443b-4434-8fa5-7398ca0c03c9" providerId="ADAL" clId="{0BCE8C6C-860B-4961-8907-604115D89DF6}" dt="2024-06-27T09:00:18.461" v="18271" actId="478"/>
          <ac:spMkLst>
            <pc:docMk/>
            <pc:sldMk cId="3440771626" sldId="2147480832"/>
            <ac:spMk id="7" creationId="{545A7ACF-B9D1-EEAA-3F01-B786CDD791A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9" creationId="{B86D8330-0B1A-E587-FA07-0AAE4A76EC6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2" creationId="{45EE08F6-DEC4-E349-C3D4-3A0D5531142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3" creationId="{F8CADEEC-4DA6-DFCA-EDD3-66F074215B62}"/>
          </ac:spMkLst>
        </pc:spChg>
        <pc:spChg chg="del">
          <ac:chgData name="Takeuchi, Koichiro" userId="b3848a05-443b-4434-8fa5-7398ca0c03c9" providerId="ADAL" clId="{0BCE8C6C-860B-4961-8907-604115D89DF6}" dt="2024-06-27T09:05:37.572" v="18413" actId="478"/>
          <ac:spMkLst>
            <pc:docMk/>
            <pc:sldMk cId="3440771626" sldId="2147480832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7" creationId="{78CE2519-3690-9D0C-EBDA-40E10BFFA4B6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8" creationId="{5DEB7BA9-9E32-B9D5-263B-C3DB1357F0A4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0" creationId="{85C6D18A-C021-EB48-F30E-47ADFA9791B9}"/>
          </ac:spMkLst>
        </pc:spChg>
        <pc:spChg chg="add mod">
          <ac:chgData name="Takeuchi, Koichiro" userId="b3848a05-443b-4434-8fa5-7398ca0c03c9" providerId="ADAL" clId="{0BCE8C6C-860B-4961-8907-604115D89DF6}" dt="2024-06-27T09:15:13.951" v="18739" actId="20577"/>
          <ac:spMkLst>
            <pc:docMk/>
            <pc:sldMk cId="3440771626" sldId="2147480832"/>
            <ac:spMk id="41" creationId="{ED086DC3-4B3A-142A-7F46-60A4CEC174BC}"/>
          </ac:spMkLst>
        </pc:spChg>
        <pc:spChg chg="add del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2" creationId="{B8080A17-2410-D0B5-BAB5-06262A35607F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3" creationId="{0A9FC8A7-B932-2551-075A-B7962C8FA380}"/>
          </ac:spMkLst>
        </pc:spChg>
        <pc:spChg chg="add mod">
          <ac:chgData name="Takeuchi, Koichiro" userId="b3848a05-443b-4434-8fa5-7398ca0c03c9" providerId="ADAL" clId="{0BCE8C6C-860B-4961-8907-604115D89DF6}" dt="2024-06-27T09:09:03.801" v="18559" actId="1076"/>
          <ac:spMkLst>
            <pc:docMk/>
            <pc:sldMk cId="3440771626" sldId="2147480832"/>
            <ac:spMk id="47" creationId="{4B451504-B3B3-472E-9B32-575D2E58BAFC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8" creationId="{CECBC456-FFEF-6176-F4CA-C75F5D0B31EA}"/>
          </ac:spMkLst>
        </pc:spChg>
        <pc:spChg chg="add del mod">
          <ac:chgData name="Takeuchi, Koichiro" userId="b3848a05-443b-4434-8fa5-7398ca0c03c9" providerId="ADAL" clId="{0BCE8C6C-860B-4961-8907-604115D89DF6}" dt="2024-06-27T09:09:44.437" v="18588" actId="478"/>
          <ac:spMkLst>
            <pc:docMk/>
            <pc:sldMk cId="3440771626" sldId="2147480832"/>
            <ac:spMk id="49" creationId="{3177001F-80AE-CC1D-7607-F0753B0F4234}"/>
          </ac:spMkLst>
        </pc:spChg>
        <pc:spChg chg="mod">
          <ac:chgData name="Takeuchi, Koichiro" userId="b3848a05-443b-4434-8fa5-7398ca0c03c9" providerId="ADAL" clId="{0BCE8C6C-860B-4961-8907-604115D89DF6}" dt="2024-06-27T09:05:34.767" v="18412" actId="20577"/>
          <ac:spMkLst>
            <pc:docMk/>
            <pc:sldMk cId="3440771626" sldId="2147480832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0BCE8C6C-860B-4961-8907-604115D89DF6}" dt="2024-06-27T09:12:54.811" v="18661" actId="20577"/>
          <ac:spMkLst>
            <pc:docMk/>
            <pc:sldMk cId="3440771626" sldId="2147480832"/>
            <ac:spMk id="53" creationId="{D64545CF-0FDC-31D7-C419-55F774764529}"/>
          </ac:spMkLst>
        </pc:spChg>
        <pc:spChg chg="add del mod">
          <ac:chgData name="Takeuchi, Koichiro" userId="b3848a05-443b-4434-8fa5-7398ca0c03c9" providerId="ADAL" clId="{0BCE8C6C-860B-4961-8907-604115D89DF6}" dt="2024-06-27T09:13:07.964" v="18663" actId="21"/>
          <ac:spMkLst>
            <pc:docMk/>
            <pc:sldMk cId="3440771626" sldId="2147480832"/>
            <ac:spMk id="54" creationId="{4079BF80-515C-BAEC-9196-3AFE1B8DC145}"/>
          </ac:spMkLst>
        </pc:spChg>
        <pc:spChg chg="add mod">
          <ac:chgData name="Takeuchi, Koichiro" userId="b3848a05-443b-4434-8fa5-7398ca0c03c9" providerId="ADAL" clId="{0BCE8C6C-860B-4961-8907-604115D89DF6}" dt="2024-06-27T09:17:48.572" v="18926" actId="20577"/>
          <ac:spMkLst>
            <pc:docMk/>
            <pc:sldMk cId="3440771626" sldId="2147480832"/>
            <ac:spMk id="56" creationId="{491EEB24-3D1D-D72F-A1D9-0DE73D7B5404}"/>
          </ac:spMkLst>
        </pc:spChg>
        <pc:spChg chg="add mod">
          <ac:chgData name="Takeuchi, Koichiro" userId="b3848a05-443b-4434-8fa5-7398ca0c03c9" providerId="ADAL" clId="{0BCE8C6C-860B-4961-8907-604115D89DF6}" dt="2024-06-27T09:18:35.453" v="19095" actId="1037"/>
          <ac:spMkLst>
            <pc:docMk/>
            <pc:sldMk cId="3440771626" sldId="2147480832"/>
            <ac:spMk id="57" creationId="{8CB8B048-6EAE-0492-6BF5-326113B693F2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8" creationId="{AABD8749-57B8-AF52-1FB7-26C4A59ED276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9" creationId="{6001F6B1-87D8-4D8B-EC90-8427622B5573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0" creationId="{A5C6F4A6-C728-042C-D90A-E5F90C3F2832}"/>
          </ac:spMkLst>
        </pc:spChg>
        <pc:spChg chg="add del mod">
          <ac:chgData name="Takeuchi, Koichiro" userId="b3848a05-443b-4434-8fa5-7398ca0c03c9" providerId="ADAL" clId="{0BCE8C6C-860B-4961-8907-604115D89DF6}" dt="2024-06-27T09:20:37.237" v="19115" actId="478"/>
          <ac:spMkLst>
            <pc:docMk/>
            <pc:sldMk cId="3440771626" sldId="2147480832"/>
            <ac:spMk id="61" creationId="{E176C2A7-F32A-23AA-5AFB-2577757F228F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2" creationId="{2DD7080A-38EA-1448-13A2-F2F78D1E2771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3" creationId="{81638463-A9EE-5728-C209-3A78D91FCCDE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4" creationId="{B17F4A47-B681-6D47-AA78-677DD7634980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5" creationId="{23DFDF1C-BE3C-40C1-5E2A-61D9586B600F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6" creationId="{5ABF45A9-CCB1-66DA-C124-C0E52D599EA6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7" creationId="{886FD268-E29F-3C85-6C72-CD6DC97276EB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8" creationId="{E52D3180-113A-9911-EA73-5CFAAAED888F}"/>
          </ac:spMkLst>
        </pc:spChg>
        <pc:spChg chg="add mod">
          <ac:chgData name="Takeuchi, Koichiro" userId="b3848a05-443b-4434-8fa5-7398ca0c03c9" providerId="ADAL" clId="{0BCE8C6C-860B-4961-8907-604115D89DF6}" dt="2024-06-27T09:21:19.703" v="19150" actId="571"/>
          <ac:spMkLst>
            <pc:docMk/>
            <pc:sldMk cId="3440771626" sldId="2147480832"/>
            <ac:spMk id="69" creationId="{CD30A7D0-1919-AF98-59F8-840E1BC993D9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0" creationId="{1B549427-AD21-FC8C-0246-361DDE7C0281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1" creationId="{8E6E1D07-1EE3-89FC-2092-ABF68A277B35}"/>
          </ac:spMkLst>
        </pc:spChg>
        <pc:spChg chg="mod">
          <ac:chgData name="Takeuchi, Koichiro" userId="b3848a05-443b-4434-8fa5-7398ca0c03c9" providerId="ADAL" clId="{0BCE8C6C-860B-4961-8907-604115D89DF6}" dt="2024-06-27T09:23:35.633" v="19188"/>
          <ac:spMkLst>
            <pc:docMk/>
            <pc:sldMk cId="3440771626" sldId="2147480832"/>
            <ac:spMk id="72" creationId="{B09C6289-A0F9-E762-3F8E-DC042302A1A5}"/>
          </ac:spMkLst>
        </pc:spChg>
        <pc:spChg chg="mod ord">
          <ac:chgData name="Takeuchi, Koichiro" userId="b3848a05-443b-4434-8fa5-7398ca0c03c9" providerId="ADAL" clId="{0BCE8C6C-860B-4961-8907-604115D89DF6}" dt="2024-06-27T09:23:45.264" v="19192" actId="167"/>
          <ac:spMkLst>
            <pc:docMk/>
            <pc:sldMk cId="3440771626" sldId="2147480832"/>
            <ac:spMk id="73" creationId="{24229A36-26B6-143E-63E1-F8AF144C6AC1}"/>
          </ac:spMkLst>
        </pc:spChg>
        <pc:spChg chg="add mod">
          <ac:chgData name="Takeuchi, Koichiro" userId="b3848a05-443b-4434-8fa5-7398ca0c03c9" providerId="ADAL" clId="{0BCE8C6C-860B-4961-8907-604115D89DF6}" dt="2024-06-27T09:25:34.972" v="19435" actId="1035"/>
          <ac:spMkLst>
            <pc:docMk/>
            <pc:sldMk cId="3440771626" sldId="2147480832"/>
            <ac:spMk id="74" creationId="{C3E3AD82-E1D5-D1A1-56BB-1922A92AC7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8" creationId="{2B563CE4-997C-0671-1FC0-EF6FB12FF81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9" creationId="{662C7231-C89D-AD70-52F5-24E6573A6A5A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1" creationId="{7CC81AB1-594D-AFC0-78BD-DD411977738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2" creationId="{7196C57E-D78B-E515-F1E1-EC3D446F391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3" creationId="{1A18D167-BC4A-F171-4B12-2CE48CBFEE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4" creationId="{07B6781A-0002-6C91-118A-9595F68C98A9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5" creationId="{3090B859-B839-0E03-1FF5-529BE25B523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6" creationId="{F57B6D85-F5F5-2003-1A35-08ABD8FDC9F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7" creationId="{AA240F69-AE43-A9F6-02D9-3B3597305FD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8" creationId="{F4F321B6-A683-A81D-33EC-FA0B944FF201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0BCE8C6C-860B-4961-8907-604115D89DF6}" dt="2024-06-27T09:07:50.445" v="18489" actId="207"/>
          <ac:spMkLst>
            <pc:docMk/>
            <pc:sldMk cId="3440771626" sldId="2147480832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308" creationId="{48AD3ECE-2A9A-A9F8-0CBE-5B277B5774CE}"/>
          </ac:spMkLst>
        </pc:s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3" creationId="{E7C2F6B4-B08F-1C31-681A-3B6EB5A30FD3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6" creationId="{700CCA30-8242-5458-5993-8558AF2A708C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0BCE8C6C-860B-4961-8907-604115D89DF6}" dt="2024-06-27T09:13:15.197" v="18684" actId="1036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9:05:01.020" v="18406" actId="553"/>
          <ac:grpSpMkLst>
            <pc:docMk/>
            <pc:sldMk cId="3440771626" sldId="2147480832"/>
            <ac:grpSpMk id="50" creationId="{ACEFCF3C-2616-77E0-F8EF-14862CC5C5D9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0BCE8C6C-860B-4961-8907-604115D89DF6}" dt="2024-06-27T09:00:22.963" v="18272" actId="478"/>
          <ac:grpSpMkLst>
            <pc:docMk/>
            <pc:sldMk cId="3440771626" sldId="2147480832"/>
            <ac:grpSpMk id="259" creationId="{BD742AFC-913D-9D9A-8B50-52664690A895}"/>
          </ac:grpSpMkLst>
        </pc:grp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0BCE8C6C-860B-4961-8907-604115D89DF6}" dt="2024-06-27T09:25:46.385" v="19438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0BCE8C6C-860B-4961-8907-604115D89DF6}" dt="2024-06-27T09:04:52.457" v="18405" actId="1035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0BCE8C6C-860B-4961-8907-604115D89DF6}" dt="2024-06-27T09:06:07.643" v="18414" actId="207"/>
          <ac:cxnSpMkLst>
            <pc:docMk/>
            <pc:sldMk cId="3440771626" sldId="2147480832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4" creationId="{385B9B26-B71D-9B4C-F7A0-8961317E1B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7" creationId="{7E1275D6-8FA2-56D3-B25F-A5E28E63D9E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0" creationId="{4FD0BED1-7F6D-FC1C-A1A1-6E4499C52AA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3" creationId="{7ED6C6F1-6270-F8AB-F2C3-61EDDCEDB5F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6" creationId="{B7276D31-C93D-296A-6B31-EE4D9C0BAEF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9" creationId="{EA21D8E7-AC6E-5461-1DE2-318A1AEB9EB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2" creationId="{41FC49F5-5EF5-27B0-D673-189168D5938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5" creationId="{5B0750F1-A170-B72D-56A7-FE74DB211E7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8" creationId="{EFE089F9-0576-7D01-B1DA-10EDEB39A5E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1" creationId="{1E4027AE-5EAE-20A0-0ED0-05364FF26DA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4" creationId="{314DE63A-1CB0-461A-F339-45D9651EB50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7" creationId="{A1B46B9E-66AA-6CF7-1245-5EAAC32721DA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1" creationId="{77B0A4DE-FBEB-9B25-9D1E-898256CCED8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4" creationId="{428FDA51-AF2D-DB73-D5BF-5ECB0BEC3EB2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0BCE8C6C-860B-4961-8907-604115D89DF6}" dt="2024-06-27T06:06:42.687" v="17467" actId="47"/>
        <pc:sldMkLst>
          <pc:docMk/>
          <pc:sldMk cId="4277661390" sldId="2147480832"/>
        </pc:sldMkLst>
      </pc:sldChg>
      <pc:sldChg chg="addSp delSp modSp new del mod">
        <pc:chgData name="Takeuchi, Koichiro" userId="b3848a05-443b-4434-8fa5-7398ca0c03c9" providerId="ADAL" clId="{0BCE8C6C-860B-4961-8907-604115D89DF6}" dt="2024-07-01T09:28:18.762" v="19621" actId="47"/>
        <pc:sldMkLst>
          <pc:docMk/>
          <pc:sldMk cId="4044922430" sldId="2147480833"/>
        </pc:sldMkLst>
        <pc:spChg chg="del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2" creationId="{2474F1D4-4F3C-EEA8-0AC3-ED19B50D9407}"/>
          </ac:spMkLst>
        </pc:spChg>
        <pc:spChg chg="add mod">
          <ac:chgData name="Takeuchi, Koichiro" userId="b3848a05-443b-4434-8fa5-7398ca0c03c9" providerId="ADAL" clId="{0BCE8C6C-860B-4961-8907-604115D89DF6}" dt="2024-07-01T09:22:57.423" v="19462" actId="20577"/>
          <ac:spMkLst>
            <pc:docMk/>
            <pc:sldMk cId="4044922430" sldId="2147480833"/>
            <ac:spMk id="7" creationId="{AE9B4DAD-376A-9B7B-035C-AEB19C7C3E2B}"/>
          </ac:spMkLst>
        </pc:spChg>
        <pc:spChg chg="add mod">
          <ac:chgData name="Takeuchi, Koichiro" userId="b3848a05-443b-4434-8fa5-7398ca0c03c9" providerId="ADAL" clId="{0BCE8C6C-860B-4961-8907-604115D89DF6}" dt="2024-07-01T09:26:40.118" v="19619" actId="1076"/>
          <ac:spMkLst>
            <pc:docMk/>
            <pc:sldMk cId="4044922430" sldId="2147480833"/>
            <ac:spMk id="8" creationId="{6066A5C6-8033-2C40-18B5-C55B72FF462C}"/>
          </ac:spMkLst>
        </pc:spChg>
        <pc:spChg chg="add mod">
          <ac:chgData name="Takeuchi, Koichiro" userId="b3848a05-443b-4434-8fa5-7398ca0c03c9" providerId="ADAL" clId="{0BCE8C6C-860B-4961-8907-604115D89DF6}" dt="2024-07-01T09:26:43.040" v="19620" actId="1076"/>
          <ac:spMkLst>
            <pc:docMk/>
            <pc:sldMk cId="4044922430" sldId="2147480833"/>
            <ac:spMk id="9" creationId="{21D2E9FB-13F8-FC8F-3ED1-79290AD22EA0}"/>
          </ac:spMkLst>
        </pc:spChg>
        <pc:spChg chg="add del mod">
          <ac:chgData name="Takeuchi, Koichiro" userId="b3848a05-443b-4434-8fa5-7398ca0c03c9" providerId="ADAL" clId="{0BCE8C6C-860B-4961-8907-604115D89DF6}" dt="2024-07-01T09:23:36.786" v="19535" actId="478"/>
          <ac:spMkLst>
            <pc:docMk/>
            <pc:sldMk cId="4044922430" sldId="2147480833"/>
            <ac:spMk id="10" creationId="{730BDAE0-B4AC-C7EB-E659-5DA1F5501D7E}"/>
          </ac:spMkLst>
        </pc:spChg>
        <pc:spChg chg="add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12" creationId="{1124AC6C-020E-A459-55D5-3B6B70D1CE0E}"/>
          </ac:spMkLst>
        </pc:spChg>
        <pc:spChg chg="add mod">
          <ac:chgData name="Takeuchi, Koichiro" userId="b3848a05-443b-4434-8fa5-7398ca0c03c9" providerId="ADAL" clId="{0BCE8C6C-860B-4961-8907-604115D89DF6}" dt="2024-07-01T09:24:18.871" v="19542" actId="14100"/>
          <ac:spMkLst>
            <pc:docMk/>
            <pc:sldMk cId="4044922430" sldId="2147480833"/>
            <ac:spMk id="13" creationId="{9621702A-4D61-187A-227D-6567275FAF18}"/>
          </ac:spMkLst>
        </pc:spChg>
        <pc:spChg chg="add mod">
          <ac:chgData name="Takeuchi, Koichiro" userId="b3848a05-443b-4434-8fa5-7398ca0c03c9" providerId="ADAL" clId="{0BCE8C6C-860B-4961-8907-604115D89DF6}" dt="2024-07-01T09:24:35.413" v="19578" actId="1076"/>
          <ac:spMkLst>
            <pc:docMk/>
            <pc:sldMk cId="4044922430" sldId="2147480833"/>
            <ac:spMk id="14" creationId="{B270A3E2-06CE-D055-C1A4-28AC0D6EF933}"/>
          </ac:spMkLst>
        </pc:spChg>
        <pc:spChg chg="add mod">
          <ac:chgData name="Takeuchi, Koichiro" userId="b3848a05-443b-4434-8fa5-7398ca0c03c9" providerId="ADAL" clId="{0BCE8C6C-860B-4961-8907-604115D89DF6}" dt="2024-07-01T09:24:54.741" v="19614" actId="14100"/>
          <ac:spMkLst>
            <pc:docMk/>
            <pc:sldMk cId="4044922430" sldId="2147480833"/>
            <ac:spMk id="15" creationId="{61C96BFB-89F7-6135-85ED-3FB79808A632}"/>
          </ac:spMkLst>
        </pc:spChg>
      </pc:sldChg>
    </pc:docChg>
  </pc:docChgLst>
  <pc:docChgLst>
    <pc:chgData name="Kawaguchi, Yui" userId="S::yui.kawaguchi@accenture.com::cb1667fd-c2b8-4d73-a503-ee074b61a946" providerId="AD" clId="Web-{3FEF93B1-801C-F3DE-B018-C1C68DF99292}"/>
    <pc:docChg chg="sldOrd">
      <pc:chgData name="Kawaguchi, Yui" userId="S::yui.kawaguchi@accenture.com::cb1667fd-c2b8-4d73-a503-ee074b61a946" providerId="AD" clId="Web-{3FEF93B1-801C-F3DE-B018-C1C68DF99292}" dt="2024-12-17T00:25:01.223" v="0"/>
      <pc:docMkLst>
        <pc:docMk/>
      </pc:docMkLst>
      <pc:sldChg chg="ord">
        <pc:chgData name="Kawaguchi, Yui" userId="S::yui.kawaguchi@accenture.com::cb1667fd-c2b8-4d73-a503-ee074b61a946" providerId="AD" clId="Web-{3FEF93B1-801C-F3DE-B018-C1C68DF99292}" dt="2024-12-17T00:25:01.223" v="0"/>
        <pc:sldMkLst>
          <pc:docMk/>
          <pc:sldMk cId="4115416855" sldId="2147480852"/>
        </pc:sldMkLst>
      </pc:sldChg>
    </pc:docChg>
  </pc:docChgLst>
  <pc:docChgLst>
    <pc:chgData name="Takeuchi, Koichiro" userId="b3848a05-443b-4434-8fa5-7398ca0c03c9" providerId="ADAL" clId="{CB223349-29E1-400D-B419-E90CA0AB3E89}"/>
    <pc:docChg chg="undo custSel addSld delSld modSld sldOrd modSection">
      <pc:chgData name="Takeuchi, Koichiro" userId="b3848a05-443b-4434-8fa5-7398ca0c03c9" providerId="ADAL" clId="{CB223349-29E1-400D-B419-E90CA0AB3E89}" dt="2024-06-20T07:14:25.390" v="8062" actId="20577"/>
      <pc:docMkLst>
        <pc:docMk/>
      </pc:docMkLst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4237770355" sldId="2147468622"/>
        </pc:sldMkLst>
      </pc:sldChg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CB223349-29E1-400D-B419-E90CA0AB3E89}" dt="2024-06-20T04:20:26.864" v="6470" actId="47"/>
        <pc:sldMkLst>
          <pc:docMk/>
          <pc:sldMk cId="3876441418" sldId="2147480795"/>
        </pc:sldMkLst>
      </pc:sldChg>
      <pc:sldChg chg="del">
        <pc:chgData name="Takeuchi, Koichiro" userId="b3848a05-443b-4434-8fa5-7398ca0c03c9" providerId="ADAL" clId="{CB223349-29E1-400D-B419-E90CA0AB3E89}" dt="2024-06-20T04:20:27.563" v="6471" actId="47"/>
        <pc:sldMkLst>
          <pc:docMk/>
          <pc:sldMk cId="2516064869" sldId="2147480796"/>
        </pc:sldMkLst>
      </pc:sldChg>
      <pc:sldChg chg="addSp delSp modSp mod">
        <pc:chgData name="Takeuchi, Koichiro" userId="b3848a05-443b-4434-8fa5-7398ca0c03c9" providerId="ADAL" clId="{CB223349-29E1-400D-B419-E90CA0AB3E89}" dt="2024-06-20T05:49:19.438" v="8051" actId="20577"/>
        <pc:sldMkLst>
          <pc:docMk/>
          <pc:sldMk cId="1771412347" sldId="2147480805"/>
        </pc:sldMkLst>
        <pc:spChg chg="mod">
          <ac:chgData name="Takeuchi, Koichiro" userId="b3848a05-443b-4434-8fa5-7398ca0c03c9" providerId="ADAL" clId="{CB223349-29E1-400D-B419-E90CA0AB3E89}" dt="2024-06-20T03:30:26.628" v="3308" actId="20577"/>
          <ac:spMkLst>
            <pc:docMk/>
            <pc:sldMk cId="1771412347" sldId="2147480805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12:52.353" v="3153" actId="20577"/>
          <ac:spMkLst>
            <pc:docMk/>
            <pc:sldMk cId="1771412347" sldId="2147480805"/>
            <ac:spMk id="3" creationId="{B935DD91-ECCB-31C0-4A22-25CAFF01FA90}"/>
          </ac:spMkLst>
        </pc:spChg>
        <pc:spChg chg="mod">
          <ac:chgData name="Takeuchi, Koichiro" userId="b3848a05-443b-4434-8fa5-7398ca0c03c9" providerId="ADAL" clId="{CB223349-29E1-400D-B419-E90CA0AB3E89}" dt="2024-06-20T03:29:45.393" v="3271" actId="20577"/>
          <ac:spMkLst>
            <pc:docMk/>
            <pc:sldMk cId="1771412347" sldId="2147480805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8" creationId="{035651D4-E5EF-C601-9EB2-B2AC0A242BFF}"/>
          </ac:spMkLst>
        </pc:spChg>
        <pc:spChg chg="mod">
          <ac:chgData name="Takeuchi, Koichiro" userId="b3848a05-443b-4434-8fa5-7398ca0c03c9" providerId="ADAL" clId="{CB223349-29E1-400D-B419-E90CA0AB3E89}" dt="2024-06-20T03:31:04.558" v="3365" actId="20577"/>
          <ac:spMkLst>
            <pc:docMk/>
            <pc:sldMk cId="1771412347" sldId="2147480805"/>
            <ac:spMk id="9" creationId="{B86D8330-0B1A-E587-FA07-0AAE4A76EC6B}"/>
          </ac:spMkLst>
        </pc:spChg>
        <pc:spChg chg="mod">
          <ac:chgData name="Takeuchi, Koichiro" userId="b3848a05-443b-4434-8fa5-7398ca0c03c9" providerId="ADAL" clId="{CB223349-29E1-400D-B419-E90CA0AB3E89}" dt="2024-06-20T02:35:01.567" v="1649" actId="20577"/>
          <ac:spMkLst>
            <pc:docMk/>
            <pc:sldMk cId="1771412347" sldId="2147480805"/>
            <ac:spMk id="11" creationId="{2F6A44E9-3B7D-1E55-A0E1-B656D0009265}"/>
          </ac:spMkLst>
        </pc:spChg>
        <pc:spChg chg="del">
          <ac:chgData name="Takeuchi, Koichiro" userId="b3848a05-443b-4434-8fa5-7398ca0c03c9" providerId="ADAL" clId="{CB223349-29E1-400D-B419-E90CA0AB3E89}" dt="2024-06-20T05:32:30.551" v="7886" actId="478"/>
          <ac:spMkLst>
            <pc:docMk/>
            <pc:sldMk cId="1771412347" sldId="2147480805"/>
            <ac:spMk id="14" creationId="{61CFC24B-A4E0-AA0F-B8C0-C72ACD02B496}"/>
          </ac:spMkLst>
        </pc:spChg>
        <pc:spChg chg="add mod">
          <ac:chgData name="Takeuchi, Koichiro" userId="b3848a05-443b-4434-8fa5-7398ca0c03c9" providerId="ADAL" clId="{CB223349-29E1-400D-B419-E90CA0AB3E89}" dt="2024-06-20T03:16:56.821" v="3232" actId="20577"/>
          <ac:spMkLst>
            <pc:docMk/>
            <pc:sldMk cId="1771412347" sldId="2147480805"/>
            <ac:spMk id="19" creationId="{DFB3C414-E0D7-82AD-193B-123716EDE860}"/>
          </ac:spMkLst>
        </pc:spChg>
        <pc:spChg chg="add mod">
          <ac:chgData name="Takeuchi, Koichiro" userId="b3848a05-443b-4434-8fa5-7398ca0c03c9" providerId="ADAL" clId="{CB223349-29E1-400D-B419-E90CA0AB3E89}" dt="2024-06-20T04:20:14.841" v="6467" actId="207"/>
          <ac:spMkLst>
            <pc:docMk/>
            <pc:sldMk cId="1771412347" sldId="2147480805"/>
            <ac:spMk id="20" creationId="{AE0FEECE-71B8-E3E7-EDF6-0C0453B2F388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3" creationId="{ED8B1D29-4FB0-1150-B85E-C70969A5E227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5" creationId="{41E8A974-E923-D40A-7E1B-AA2555EE71FE}"/>
          </ac:spMkLst>
        </pc:spChg>
        <pc:spChg chg="mod">
          <ac:chgData name="Takeuchi, Koichiro" userId="b3848a05-443b-4434-8fa5-7398ca0c03c9" providerId="ADAL" clId="{CB223349-29E1-400D-B419-E90CA0AB3E89}" dt="2024-06-20T03:21:44.173" v="3241" actId="20577"/>
          <ac:spMkLst>
            <pc:docMk/>
            <pc:sldMk cId="1771412347" sldId="2147480805"/>
            <ac:spMk id="56" creationId="{4FA19F00-B21F-3BDD-EF97-E7645440DF0A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7" creationId="{B593345A-14D5-4B98-302A-DD3400A9E7EB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8" creationId="{A77EE4C5-0A99-CE2A-E26C-FEF30B6F9682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9" creationId="{27870E17-23CC-D8F9-5085-1C5528401C96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0" creationId="{0EECCE46-2E1C-1A88-6933-018E8A5B09E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1" creationId="{6F57270E-04EC-2C28-D07E-D9A16B20ED7C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2" creationId="{B0C6064B-297C-9AAE-DA4C-40D527739810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4" creationId="{DC255834-7785-8654-E338-60A1CD5AFB2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6" creationId="{5A79ACBD-2299-AF46-BDD0-81EC95C2DDB0}"/>
          </ac:spMkLst>
        </pc:spChg>
        <pc:spChg chg="add del mod">
          <ac:chgData name="Takeuchi, Koichiro" userId="b3848a05-443b-4434-8fa5-7398ca0c03c9" providerId="ADAL" clId="{CB223349-29E1-400D-B419-E90CA0AB3E89}" dt="2024-06-20T03:48:59.743" v="4414" actId="478"/>
          <ac:spMkLst>
            <pc:docMk/>
            <pc:sldMk cId="1771412347" sldId="2147480805"/>
            <ac:spMk id="74" creationId="{EAFA1F5F-B0E0-6825-A648-52190C6DDE60}"/>
          </ac:spMkLst>
        </pc:spChg>
        <pc:spChg chg="add mod">
          <ac:chgData name="Takeuchi, Koichiro" userId="b3848a05-443b-4434-8fa5-7398ca0c03c9" providerId="ADAL" clId="{CB223349-29E1-400D-B419-E90CA0AB3E89}" dt="2024-06-20T05:29:16.718" v="7833" actId="20577"/>
          <ac:spMkLst>
            <pc:docMk/>
            <pc:sldMk cId="1771412347" sldId="2147480805"/>
            <ac:spMk id="75" creationId="{259D5601-F7A4-9E37-5B38-041897564AC6}"/>
          </ac:spMkLst>
        </pc:spChg>
        <pc:spChg chg="add mod">
          <ac:chgData name="Takeuchi, Koichiro" userId="b3848a05-443b-4434-8fa5-7398ca0c03c9" providerId="ADAL" clId="{CB223349-29E1-400D-B419-E90CA0AB3E89}" dt="2024-06-20T05:30:19.039" v="7885" actId="1076"/>
          <ac:spMkLst>
            <pc:docMk/>
            <pc:sldMk cId="1771412347" sldId="2147480805"/>
            <ac:spMk id="77" creationId="{BD0BC7C3-CD39-C14E-2EA1-9B97F1441834}"/>
          </ac:spMkLst>
        </pc:spChg>
        <pc:spChg chg="add mod">
          <ac:chgData name="Takeuchi, Koichiro" userId="b3848a05-443b-4434-8fa5-7398ca0c03c9" providerId="ADAL" clId="{CB223349-29E1-400D-B419-E90CA0AB3E89}" dt="2024-06-20T05:34:36.641" v="7932" actId="20577"/>
          <ac:spMkLst>
            <pc:docMk/>
            <pc:sldMk cId="1771412347" sldId="2147480805"/>
            <ac:spMk id="78" creationId="{FEA6D6A3-6F0A-1214-A01F-411341C529BB}"/>
          </ac:spMkLst>
        </pc:spChg>
        <pc:spChg chg="add mod">
          <ac:chgData name="Takeuchi, Koichiro" userId="b3848a05-443b-4434-8fa5-7398ca0c03c9" providerId="ADAL" clId="{CB223349-29E1-400D-B419-E90CA0AB3E89}" dt="2024-06-20T05:48:29.259" v="7976" actId="1076"/>
          <ac:spMkLst>
            <pc:docMk/>
            <pc:sldMk cId="1771412347" sldId="2147480805"/>
            <ac:spMk id="90" creationId="{72CBB347-247D-A187-D13C-762A7C2BF66F}"/>
          </ac:spMkLst>
        </pc:spChg>
        <pc:spChg chg="add mod">
          <ac:chgData name="Takeuchi, Koichiro" userId="b3848a05-443b-4434-8fa5-7398ca0c03c9" providerId="ADAL" clId="{CB223349-29E1-400D-B419-E90CA0AB3E89}" dt="2024-06-20T05:48:58.018" v="8024" actId="20577"/>
          <ac:spMkLst>
            <pc:docMk/>
            <pc:sldMk cId="1771412347" sldId="2147480805"/>
            <ac:spMk id="91" creationId="{B641EB66-FD40-B7FA-555D-CE5A2E5888F8}"/>
          </ac:spMkLst>
        </pc:spChg>
        <pc:spChg chg="add mod">
          <ac:chgData name="Takeuchi, Koichiro" userId="b3848a05-443b-4434-8fa5-7398ca0c03c9" providerId="ADAL" clId="{CB223349-29E1-400D-B419-E90CA0AB3E89}" dt="2024-06-20T05:49:19.438" v="8051" actId="20577"/>
          <ac:spMkLst>
            <pc:docMk/>
            <pc:sldMk cId="1771412347" sldId="2147480805"/>
            <ac:spMk id="93" creationId="{843ABC1A-0220-4932-F189-F3F61349240A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4" creationId="{72EF32CD-6595-FDF7-1CEA-382933E01A4E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5" creationId="{0F845545-C7D4-3EEA-F7B6-55DF32AF1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6" creationId="{9339E03E-D830-5605-6A15-BBFAD6A212C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7" creationId="{9FDDBF6A-FDB0-F596-5A5C-EBF9F9784212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8" creationId="{7C30C3DB-78A1-C2ED-5444-CEA78A3B81D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9" creationId="{0057D7BE-A736-5A50-F9ED-8F8DCE90C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0" creationId="{66307FF8-5EFF-2225-2ECB-9C2BF700ACE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2" creationId="{B0973A96-D7D1-A5F4-42C8-13E82ACC7F0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3" creationId="{3EC2D7FB-B5A4-2C33-C57E-6CAA4BB16AB1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6" creationId="{9C34BE37-5712-0312-387E-039E4CE176BE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131" creationId="{84A66E56-AB3B-0914-5507-82FFF45FA66D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2" creationId="{8BA693BC-1AB8-A885-C41B-05DA4E5D51BF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3" creationId="{B451CDAC-FA02-2CC4-8155-DBF9B7C72A3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4" creationId="{F1EB9C89-9806-1BD0-4EEE-A84FCE106ED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4" creationId="{16758918-22AD-6374-15BE-F1CD112A78B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5" creationId="{320DCEC1-605D-7C8E-90C6-3083ADC680E2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6" creationId="{85526314-52DB-C8EB-6AE2-ED7FFE35C1D5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7" creationId="{60629366-40BE-9C15-189D-BFFAC37E8D2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9" creationId="{923C83C1-5517-D9F9-8384-DA257F2368A7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50" creationId="{FA598032-6B2F-CF69-69B3-63D8EDD92954}"/>
          </ac:spMkLst>
        </pc:spChg>
        <pc:spChg chg="del mod">
          <ac:chgData name="Takeuchi, Koichiro" userId="b3848a05-443b-4434-8fa5-7398ca0c03c9" providerId="ADAL" clId="{CB223349-29E1-400D-B419-E90CA0AB3E89}" dt="2024-06-20T03:25:40.986" v="3242" actId="478"/>
          <ac:spMkLst>
            <pc:docMk/>
            <pc:sldMk cId="1771412347" sldId="2147480805"/>
            <ac:spMk id="158" creationId="{C14223D6-06D2-9FAE-2B61-E3B943BB4DBF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159" creationId="{086B1212-BA80-3FFE-7D6F-ECF5836E50D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60" creationId="{4A663750-C3D9-E3DA-05C4-7D67055C8C13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61" creationId="{8340C25A-9915-5E35-D129-78EFA85D940B}"/>
          </ac:spMkLst>
        </pc:s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52" creationId="{9B36B912-4FC9-6B3A-63C8-EF7A339D9EF9}"/>
          </ac:grpSpMkLst>
        </pc:grpChg>
        <pc:picChg chg="del mod">
          <ac:chgData name="Takeuchi, Koichiro" userId="b3848a05-443b-4434-8fa5-7398ca0c03c9" providerId="ADAL" clId="{CB223349-29E1-400D-B419-E90CA0AB3E89}" dt="2024-06-20T02:58:55.404" v="3078" actId="478"/>
          <ac:picMkLst>
            <pc:docMk/>
            <pc:sldMk cId="1771412347" sldId="2147480805"/>
            <ac:picMk id="7" creationId="{F6D8238A-B17E-2990-3230-9137799843F7}"/>
          </ac:picMkLst>
        </pc:picChg>
        <pc:cxnChg chg="add mod">
          <ac:chgData name="Takeuchi, Koichiro" userId="b3848a05-443b-4434-8fa5-7398ca0c03c9" providerId="ADAL" clId="{CB223349-29E1-400D-B419-E90CA0AB3E89}" dt="2024-06-20T03:03:30.292" v="3086" actId="14100"/>
          <ac:cxnSpMkLst>
            <pc:docMk/>
            <pc:sldMk cId="1771412347" sldId="2147480805"/>
            <ac:cxnSpMk id="21" creationId="{66553A0F-A23B-EE48-AC0E-60F2E55F3516}"/>
          </ac:cxnSpMkLst>
        </pc:cxnChg>
        <pc:cxnChg chg="add mod">
          <ac:chgData name="Takeuchi, Koichiro" userId="b3848a05-443b-4434-8fa5-7398ca0c03c9" providerId="ADAL" clId="{CB223349-29E1-400D-B419-E90CA0AB3E89}" dt="2024-06-20T03:27:16.304" v="3245" actId="14100"/>
          <ac:cxnSpMkLst>
            <pc:docMk/>
            <pc:sldMk cId="1771412347" sldId="2147480805"/>
            <ac:cxnSpMk id="26" creationId="{7CD49409-59A3-CB39-0ADA-0B190C5E0CD1}"/>
          </ac:cxnSpMkLst>
        </pc:cxnChg>
        <pc:cxnChg chg="del mod">
          <ac:chgData name="Takeuchi, Koichiro" userId="b3848a05-443b-4434-8fa5-7398ca0c03c9" providerId="ADAL" clId="{CB223349-29E1-400D-B419-E90CA0AB3E89}" dt="2024-06-20T05:32:33.734" v="7887" actId="478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32" creationId="{D1C73711-1B88-C02A-DA57-7DABBF432709}"/>
          </ac:cxnSpMkLst>
        </pc:cxnChg>
        <pc:cxnChg chg="add mod">
          <ac:chgData name="Takeuchi, Koichiro" userId="b3848a05-443b-4434-8fa5-7398ca0c03c9" providerId="ADAL" clId="{CB223349-29E1-400D-B419-E90CA0AB3E89}" dt="2024-06-20T03:27:29.469" v="3251" actId="14100"/>
          <ac:cxnSpMkLst>
            <pc:docMk/>
            <pc:sldMk cId="1771412347" sldId="2147480805"/>
            <ac:cxnSpMk id="36" creationId="{7CA62F66-C003-ECC9-E963-723A58F8E457}"/>
          </ac:cxnSpMkLst>
        </pc:cxnChg>
        <pc:cxnChg chg="add del mod">
          <ac:chgData name="Takeuchi, Koichiro" userId="b3848a05-443b-4434-8fa5-7398ca0c03c9" providerId="ADAL" clId="{CB223349-29E1-400D-B419-E90CA0AB3E89}" dt="2024-06-20T03:27:37.948" v="3254" actId="478"/>
          <ac:cxnSpMkLst>
            <pc:docMk/>
            <pc:sldMk cId="1771412347" sldId="2147480805"/>
            <ac:cxnSpMk id="41" creationId="{D312DF0D-908B-9CA8-AAEE-B993CA7C1759}"/>
          </ac:cxnSpMkLst>
        </pc:cxnChg>
        <pc:cxnChg chg="add mod">
          <ac:chgData name="Takeuchi, Koichiro" userId="b3848a05-443b-4434-8fa5-7398ca0c03c9" providerId="ADAL" clId="{CB223349-29E1-400D-B419-E90CA0AB3E89}" dt="2024-06-20T03:27:45.622" v="3257" actId="14100"/>
          <ac:cxnSpMkLst>
            <pc:docMk/>
            <pc:sldMk cId="1771412347" sldId="2147480805"/>
            <ac:cxnSpMk id="43" creationId="{52734E9F-A7E2-DF34-376C-402F8B261D8A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49" creationId="{652A47AE-442A-E3FA-24FA-262F9E693754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CB223349-29E1-400D-B419-E90CA0AB3E89}" dt="2024-06-20T03:27:55.280" v="3263" actId="14100"/>
          <ac:cxnSpMkLst>
            <pc:docMk/>
            <pc:sldMk cId="1771412347" sldId="2147480805"/>
            <ac:cxnSpMk id="69" creationId="{2A46A413-4F78-78F5-5802-A7D636BD7AAB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6" creationId="{93640FF4-FCF8-3748-6A43-00CACF9219AB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CB223349-29E1-400D-B419-E90CA0AB3E89}" dt="2024-06-20T05:34:50.524" v="7935" actId="14100"/>
          <ac:cxnSpMkLst>
            <pc:docMk/>
            <pc:sldMk cId="1771412347" sldId="2147480805"/>
            <ac:cxnSpMk id="80" creationId="{3A79AC73-89A8-9262-2C9E-CD929822E863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CB223349-29E1-400D-B419-E90CA0AB3E89}" dt="2024-06-20T05:35:04.814" v="7939" actId="14100"/>
          <ac:cxnSpMkLst>
            <pc:docMk/>
            <pc:sldMk cId="1771412347" sldId="2147480805"/>
            <ac:cxnSpMk id="84" creationId="{9DD5D6E7-E646-2565-9EAD-B087C356CC43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5" creationId="{9008486D-82CB-A623-537B-939A109E4CE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8" creationId="{0D2C7F41-DF83-AEC6-EA5E-47A9141E8D9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71" creationId="{B69696EF-5163-2F98-655B-096FB4B2E037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4" creationId="{3D78EE41-7334-D7A6-8FF3-88B3046D362C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del">
        <pc:chgData name="Takeuchi, Koichiro" userId="b3848a05-443b-4434-8fa5-7398ca0c03c9" providerId="ADAL" clId="{CB223349-29E1-400D-B419-E90CA0AB3E89}" dt="2024-06-20T03:34:35.415" v="3484" actId="47"/>
        <pc:sldMkLst>
          <pc:docMk/>
          <pc:sldMk cId="3640196775" sldId="2147480807"/>
        </pc:sldMkLst>
      </pc:sldChg>
      <pc:sldChg chg="addSp delSp modSp mod">
        <pc:chgData name="Takeuchi, Koichiro" userId="b3848a05-443b-4434-8fa5-7398ca0c03c9" providerId="ADAL" clId="{CB223349-29E1-400D-B419-E90CA0AB3E89}" dt="2024-06-20T05:21:19.369" v="7768" actId="207"/>
        <pc:sldMkLst>
          <pc:docMk/>
          <pc:sldMk cId="323859429" sldId="2147480809"/>
        </pc:sldMkLst>
        <pc:spChg chg="add mod">
          <ac:chgData name="Takeuchi, Koichiro" userId="b3848a05-443b-4434-8fa5-7398ca0c03c9" providerId="ADAL" clId="{CB223349-29E1-400D-B419-E90CA0AB3E89}" dt="2024-06-20T03:49:33.890" v="4500" actId="14100"/>
          <ac:spMkLst>
            <pc:docMk/>
            <pc:sldMk cId="323859429" sldId="2147480809"/>
            <ac:spMk id="3" creationId="{74D5AF54-6C3B-624F-B9A7-63D60A5A15A8}"/>
          </ac:spMkLst>
        </pc:spChg>
        <pc:spChg chg="del">
          <ac:chgData name="Takeuchi, Koichiro" userId="b3848a05-443b-4434-8fa5-7398ca0c03c9" providerId="ADAL" clId="{CB223349-29E1-400D-B419-E90CA0AB3E89}" dt="2024-06-19T08:21:30.031" v="378" actId="478"/>
          <ac:spMkLst>
            <pc:docMk/>
            <pc:sldMk cId="323859429" sldId="2147480809"/>
            <ac:spMk id="4" creationId="{FFA69A08-FAEA-E4CC-E4CA-BDC2FA69BAD0}"/>
          </ac:spMkLst>
        </pc:spChg>
        <pc:spChg chg="add del mod">
          <ac:chgData name="Takeuchi, Koichiro" userId="b3848a05-443b-4434-8fa5-7398ca0c03c9" providerId="ADAL" clId="{CB223349-29E1-400D-B419-E90CA0AB3E89}" dt="2024-06-20T03:49:07.721" v="4416" actId="478"/>
          <ac:spMkLst>
            <pc:docMk/>
            <pc:sldMk cId="323859429" sldId="2147480809"/>
            <ac:spMk id="9" creationId="{6B935B8E-4979-AEE0-41F0-73D5BC273DAB}"/>
          </ac:spMkLst>
        </pc:spChg>
        <pc:spChg chg="add del mod">
          <ac:chgData name="Takeuchi, Koichiro" userId="b3848a05-443b-4434-8fa5-7398ca0c03c9" providerId="ADAL" clId="{CB223349-29E1-400D-B419-E90CA0AB3E89}" dt="2024-06-20T03:40:11.034" v="4006" actId="21"/>
          <ac:spMkLst>
            <pc:docMk/>
            <pc:sldMk cId="323859429" sldId="2147480809"/>
            <ac:spMk id="10" creationId="{57A3C6E0-94D6-7FFF-A358-1B7B59A88C71}"/>
          </ac:spMkLst>
        </pc:spChg>
        <pc:spChg chg="mod">
          <ac:chgData name="Takeuchi, Koichiro" userId="b3848a05-443b-4434-8fa5-7398ca0c03c9" providerId="ADAL" clId="{CB223349-29E1-400D-B419-E90CA0AB3E89}" dt="2024-06-20T05:21:19.369" v="7768" actId="20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CB223349-29E1-400D-B419-E90CA0AB3E89}" dt="2024-06-19T08:23:37.857" v="411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CB223349-29E1-400D-B419-E90CA0AB3E89}" dt="2024-06-19T08:15:13.924" v="1" actId="207"/>
          <ac:spMkLst>
            <pc:docMk/>
            <pc:sldMk cId="323859429" sldId="2147480809"/>
            <ac:spMk id="14" creationId="{BC179422-69D3-E378-7B3D-89D3749F8B79}"/>
          </ac:spMkLst>
        </pc:spChg>
      </pc:sldChg>
      <pc:sldChg chg="addSp modSp mod">
        <pc:chgData name="Takeuchi, Koichiro" userId="b3848a05-443b-4434-8fa5-7398ca0c03c9" providerId="ADAL" clId="{CB223349-29E1-400D-B419-E90CA0AB3E89}" dt="2024-06-20T07:14:25.390" v="8062" actId="20577"/>
        <pc:sldMkLst>
          <pc:docMk/>
          <pc:sldMk cId="1710641726" sldId="2147480810"/>
        </pc:sldMkLst>
        <pc:spChg chg="add mod">
          <ac:chgData name="Takeuchi, Koichiro" userId="b3848a05-443b-4434-8fa5-7398ca0c03c9" providerId="ADAL" clId="{CB223349-29E1-400D-B419-E90CA0AB3E89}" dt="2024-06-20T03:41:05.611" v="4066" actId="20577"/>
          <ac:spMkLst>
            <pc:docMk/>
            <pc:sldMk cId="1710641726" sldId="2147480810"/>
            <ac:spMk id="3" creationId="{D6BA42BE-6079-6AB3-E841-3080F6D77BAE}"/>
          </ac:spMkLst>
        </pc:spChg>
        <pc:spChg chg="add mod">
          <ac:chgData name="Takeuchi, Koichiro" userId="b3848a05-443b-4434-8fa5-7398ca0c03c9" providerId="ADAL" clId="{CB223349-29E1-400D-B419-E90CA0AB3E89}" dt="2024-06-20T03:41:15.739" v="4072" actId="20577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CB223349-29E1-400D-B419-E90CA0AB3E89}" dt="2024-06-20T07:14:25.390" v="8062" actId="20577"/>
          <ac:spMkLst>
            <pc:docMk/>
            <pc:sldMk cId="1710641726" sldId="2147480810"/>
            <ac:spMk id="7" creationId="{4C331423-D31E-54C6-B603-3A2DCE7DE991}"/>
          </ac:spMkLst>
        </pc:spChg>
        <pc:spChg chg="add mod">
          <ac:chgData name="Takeuchi, Koichiro" userId="b3848a05-443b-4434-8fa5-7398ca0c03c9" providerId="ADAL" clId="{CB223349-29E1-400D-B419-E90CA0AB3E89}" dt="2024-06-20T03:41:22.403" v="4074" actId="1076"/>
          <ac:spMkLst>
            <pc:docMk/>
            <pc:sldMk cId="1710641726" sldId="2147480810"/>
            <ac:spMk id="8" creationId="{44546FDB-8DB3-6BE5-7215-2FB8D69FB847}"/>
          </ac:spMkLst>
        </pc:spChg>
        <pc:spChg chg="add mod">
          <ac:chgData name="Takeuchi, Koichiro" userId="b3848a05-443b-4434-8fa5-7398ca0c03c9" providerId="ADAL" clId="{CB223349-29E1-400D-B419-E90CA0AB3E89}" dt="2024-06-20T03:40:52.330" v="4047" actId="14100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CB223349-29E1-400D-B419-E90CA0AB3E89}" dt="2024-06-20T04:35:03.842" v="695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CB223349-29E1-400D-B419-E90CA0AB3E89}" dt="2024-06-20T04:35:03.842" v="695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CB223349-29E1-400D-B419-E90CA0AB3E89}" dt="2024-06-20T04:34:58.956" v="694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CB223349-29E1-400D-B419-E90CA0AB3E89}" dt="2024-06-20T04:34:58.956" v="694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delSp modSp del mod">
        <pc:chgData name="Takeuchi, Koichiro" userId="b3848a05-443b-4434-8fa5-7398ca0c03c9" providerId="ADAL" clId="{CB223349-29E1-400D-B419-E90CA0AB3E89}" dt="2024-06-20T02:33:38.631" v="1625" actId="47"/>
        <pc:sldMkLst>
          <pc:docMk/>
          <pc:sldMk cId="603918991" sldId="2147480813"/>
        </pc:sldMkLst>
        <pc:spChg chg="add del mod">
          <ac:chgData name="Takeuchi, Koichiro" userId="b3848a05-443b-4434-8fa5-7398ca0c03c9" providerId="ADAL" clId="{CB223349-29E1-400D-B419-E90CA0AB3E89}" dt="2024-06-20T02:32:39.297" v="1473" actId="21"/>
          <ac:spMkLst>
            <pc:docMk/>
            <pc:sldMk cId="603918991" sldId="2147480813"/>
            <ac:spMk id="3" creationId="{B2DA2ECB-5DC0-A9D6-DDF2-F6AC8C506199}"/>
          </ac:spMkLst>
        </pc:spChg>
        <pc:spChg chg="mod topLvl">
          <ac:chgData name="Takeuchi, Koichiro" userId="b3848a05-443b-4434-8fa5-7398ca0c03c9" providerId="ADAL" clId="{CB223349-29E1-400D-B419-E90CA0AB3E89}" dt="2024-06-19T08:43:33.458" v="615" actId="165"/>
          <ac:spMkLst>
            <pc:docMk/>
            <pc:sldMk cId="603918991" sldId="2147480813"/>
            <ac:spMk id="24" creationId="{ADAF15AC-EBE9-24C5-433D-E3465263AE3F}"/>
          </ac:spMkLst>
        </pc:spChg>
        <pc:spChg chg="del mod topLvl">
          <ac:chgData name="Takeuchi, Koichiro" userId="b3848a05-443b-4434-8fa5-7398ca0c03c9" providerId="ADAL" clId="{CB223349-29E1-400D-B419-E90CA0AB3E89}" dt="2024-06-19T08:44:27.086" v="637" actId="478"/>
          <ac:spMkLst>
            <pc:docMk/>
            <pc:sldMk cId="603918991" sldId="2147480813"/>
            <ac:spMk id="36" creationId="{13D1D37D-51DD-51AE-BE9B-A370058BE132}"/>
          </ac:spMkLst>
        </pc:spChg>
        <pc:spChg chg="mod">
          <ac:chgData name="Takeuchi, Koichiro" userId="b3848a05-443b-4434-8fa5-7398ca0c03c9" providerId="ADAL" clId="{CB223349-29E1-400D-B419-E90CA0AB3E89}" dt="2024-06-19T08:26:41.570" v="441" actId="20577"/>
          <ac:spMkLst>
            <pc:docMk/>
            <pc:sldMk cId="603918991" sldId="2147480813"/>
            <ac:spMk id="45" creationId="{C9F07628-8877-1750-ACD2-1DD4A2EACB94}"/>
          </ac:spMkLst>
        </pc:spChg>
        <pc:spChg chg="mod">
          <ac:chgData name="Takeuchi, Koichiro" userId="b3848a05-443b-4434-8fa5-7398ca0c03c9" providerId="ADAL" clId="{CB223349-29E1-400D-B419-E90CA0AB3E89}" dt="2024-06-19T08:26:54.712" v="444" actId="20577"/>
          <ac:spMkLst>
            <pc:docMk/>
            <pc:sldMk cId="603918991" sldId="2147480813"/>
            <ac:spMk id="50" creationId="{2E5822A6-3B86-D0FE-98F9-98326E0326CC}"/>
          </ac:spMkLst>
        </pc:spChg>
        <pc:spChg chg="mod">
          <ac:chgData name="Takeuchi, Koichiro" userId="b3848a05-443b-4434-8fa5-7398ca0c03c9" providerId="ADAL" clId="{CB223349-29E1-400D-B419-E90CA0AB3E89}" dt="2024-06-19T08:27:08.192" v="453" actId="20577"/>
          <ac:spMkLst>
            <pc:docMk/>
            <pc:sldMk cId="603918991" sldId="2147480813"/>
            <ac:spMk id="51" creationId="{14ADC41C-8E41-246B-B4CE-E311E9A7C3DF}"/>
          </ac:spMkLst>
        </pc:spChg>
        <pc:spChg chg="mod">
          <ac:chgData name="Takeuchi, Koichiro" userId="b3848a05-443b-4434-8fa5-7398ca0c03c9" providerId="ADAL" clId="{CB223349-29E1-400D-B419-E90CA0AB3E89}" dt="2024-06-19T08:27:21.751" v="454" actId="20577"/>
          <ac:spMkLst>
            <pc:docMk/>
            <pc:sldMk cId="603918991" sldId="2147480813"/>
            <ac:spMk id="53" creationId="{7D599E3B-749D-646A-06A6-E70BA472972E}"/>
          </ac:spMkLst>
        </pc:spChg>
        <pc:grpChg chg="add mod">
          <ac:chgData name="Takeuchi, Koichiro" userId="b3848a05-443b-4434-8fa5-7398ca0c03c9" providerId="ADAL" clId="{CB223349-29E1-400D-B419-E90CA0AB3E89}" dt="2024-06-19T08:44:17.737" v="635" actId="164"/>
          <ac:grpSpMkLst>
            <pc:docMk/>
            <pc:sldMk cId="603918991" sldId="2147480813"/>
            <ac:grpSpMk id="7" creationId="{612DE4A4-B42B-3950-2972-CE562E9850B4}"/>
          </ac:grpSpMkLst>
        </pc:grpChg>
        <pc:grpChg chg="add del mod topLvl">
          <ac:chgData name="Takeuchi, Koichiro" userId="b3848a05-443b-4434-8fa5-7398ca0c03c9" providerId="ADAL" clId="{CB223349-29E1-400D-B419-E90CA0AB3E89}" dt="2024-06-19T08:43:42.173" v="622" actId="165"/>
          <ac:grpSpMkLst>
            <pc:docMk/>
            <pc:sldMk cId="603918991" sldId="2147480813"/>
            <ac:grpSpMk id="25" creationId="{DA41DB31-8308-FC49-B48B-2E8A4F643967}"/>
          </ac:grpSpMkLst>
        </pc:grpChg>
        <pc:grpChg chg="del mod">
          <ac:chgData name="Takeuchi, Koichiro" userId="b3848a05-443b-4434-8fa5-7398ca0c03c9" providerId="ADAL" clId="{CB223349-29E1-400D-B419-E90CA0AB3E89}" dt="2024-06-19T08:43:33.458" v="615" actId="165"/>
          <ac:grpSpMkLst>
            <pc:docMk/>
            <pc:sldMk cId="603918991" sldId="2147480813"/>
            <ac:grpSpMk id="41" creationId="{D5AA1906-2141-69E8-DCA8-6BB9E92072F8}"/>
          </ac:grpSpMkLst>
        </pc:grp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26" creationId="{4D5B96DF-9A22-F322-378F-DA1C97A7EEAC}"/>
          </ac:picMkLst>
        </pc:picChg>
        <pc:picChg chg="mod topLvl">
          <ac:chgData name="Takeuchi, Koichiro" userId="b3848a05-443b-4434-8fa5-7398ca0c03c9" providerId="ADAL" clId="{CB223349-29E1-400D-B419-E90CA0AB3E89}" dt="2024-06-19T08:44:30.867" v="639" actId="1076"/>
          <ac:picMkLst>
            <pc:docMk/>
            <pc:sldMk cId="603918991" sldId="2147480813"/>
            <ac:picMk id="27" creationId="{F25A7ECB-AC5F-AD8B-770F-FBDB41A47647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28" creationId="{895C4C96-3B66-E1F4-29EF-6F569C31B71F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29" creationId="{6E2389CD-6A29-302C-4C73-9C32A11EA29D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0" creationId="{1734BFD6-7E71-7D8C-A2EE-A20F739D3745}"/>
          </ac:picMkLst>
        </pc:pic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31" creationId="{FDEDA3F5-ECDA-48B6-7DE8-54D1060D6D65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2" creationId="{AFCA5CFA-3066-6527-2A40-3B622BF29869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3" creationId="{57BF6015-D08A-3782-EB0E-60ED778E27AF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4" creationId="{0D411A80-6755-75D3-704A-45C522199EC4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35" creationId="{E33F463B-3CC2-5EE6-ADA5-6249D42F030B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7" creationId="{5DA1C30F-723F-3887-47A3-788677CDE861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8" creationId="{09E82B96-73E4-8A49-5D6D-3C2483BE475C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39" creationId="{7C41344F-202C-6D4D-FCBE-DB69D26EC1F0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40" creationId="{B9ACC545-B2C8-DBF6-E4E9-4F257FC3FAD5}"/>
          </ac:picMkLst>
        </pc:picChg>
        <pc:picChg chg="add del mod">
          <ac:chgData name="Takeuchi, Koichiro" userId="b3848a05-443b-4434-8fa5-7398ca0c03c9" providerId="ADAL" clId="{CB223349-29E1-400D-B419-E90CA0AB3E89}" dt="2024-06-19T08:33:29.432" v="495" actId="478"/>
          <ac:picMkLst>
            <pc:docMk/>
            <pc:sldMk cId="603918991" sldId="2147480813"/>
            <ac:picMk id="1026" creationId="{B9C2CAEF-C491-78D6-92A6-2BC37FB94544}"/>
          </ac:picMkLst>
        </pc:picChg>
      </pc:sldChg>
      <pc:sldChg chg="del">
        <pc:chgData name="Takeuchi, Koichiro" userId="b3848a05-443b-4434-8fa5-7398ca0c03c9" providerId="ADAL" clId="{CB223349-29E1-400D-B419-E90CA0AB3E89}" dt="2024-06-20T03:39:52.596" v="4004" actId="47"/>
        <pc:sldMkLst>
          <pc:docMk/>
          <pc:sldMk cId="3588161479" sldId="2147480814"/>
        </pc:sldMkLst>
      </pc:sldChg>
      <pc:sldChg chg="del">
        <pc:chgData name="Takeuchi, Koichiro" userId="b3848a05-443b-4434-8fa5-7398ca0c03c9" providerId="ADAL" clId="{CB223349-29E1-400D-B419-E90CA0AB3E89}" dt="2024-06-20T04:20:24.469" v="6468" actId="47"/>
        <pc:sldMkLst>
          <pc:docMk/>
          <pc:sldMk cId="3356158626" sldId="2147480815"/>
        </pc:sldMkLst>
      </pc:sldChg>
      <pc:sldChg chg="delSp del mod">
        <pc:chgData name="Takeuchi, Koichiro" userId="b3848a05-443b-4434-8fa5-7398ca0c03c9" providerId="ADAL" clId="{CB223349-29E1-400D-B419-E90CA0AB3E89}" dt="2024-06-20T04:20:25.337" v="6469" actId="47"/>
        <pc:sldMkLst>
          <pc:docMk/>
          <pc:sldMk cId="2557771223" sldId="2147480816"/>
        </pc:sldMkLst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9" creationId="{E293DB1C-B44E-D090-6EF6-FF562B88A475}"/>
          </ac:spMkLst>
        </pc:spChg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10" creationId="{3C0E9D04-8D7A-6F99-9FE1-2DB5101BE426}"/>
          </ac:spMkLst>
        </pc:spChg>
      </pc:sldChg>
      <pc:sldChg chg="addSp delSp modSp new del mod">
        <pc:chgData name="Takeuchi, Koichiro" userId="b3848a05-443b-4434-8fa5-7398ca0c03c9" providerId="ADAL" clId="{CB223349-29E1-400D-B419-E90CA0AB3E89}" dt="2024-06-20T01:45:51.646" v="640" actId="47"/>
        <pc:sldMkLst>
          <pc:docMk/>
          <pc:sldMk cId="1295028499" sldId="2147480817"/>
        </pc:sldMkLst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2" creationId="{19147CD7-55AA-1D45-075B-FA551F6BC9B8}"/>
          </ac:spMkLst>
        </pc:spChg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4" creationId="{90261657-C791-BE6D-1D23-CAE036FB3EA7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7" creationId="{8FD1F590-0368-3085-A167-1389931E8999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8" creationId="{F6423A51-24F8-E28A-C1AB-B736D0F16F66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1" creationId="{B4E136D4-9F3A-2B0C-7068-CF74097CE602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2" creationId="{02211B88-2A5C-2468-0B09-3C9713115AEF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3" creationId="{B65ED468-736B-BEA1-7322-E3F3354F33F3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4" creationId="{96C8A825-33C2-8B09-7AB3-2F37E1BEB158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5" creationId="{34B614C8-ED7F-6E7A-0FF3-3537CDFE47C7}"/>
          </ac:spMkLst>
        </pc:spChg>
        <pc:picChg chg="add mod ord">
          <ac:chgData name="Takeuchi, Koichiro" userId="b3848a05-443b-4434-8fa5-7398ca0c03c9" providerId="ADAL" clId="{CB223349-29E1-400D-B419-E90CA0AB3E89}" dt="2024-06-19T08:42:38.116" v="613" actId="1035"/>
          <ac:picMkLst>
            <pc:docMk/>
            <pc:sldMk cId="1295028499" sldId="2147480817"/>
            <ac:picMk id="10" creationId="{E3B5B6E4-2426-3F46-6041-044494BEB5FF}"/>
          </ac:picMkLst>
        </pc:picChg>
      </pc:sldChg>
      <pc:sldChg chg="addSp delSp modSp new mod">
        <pc:chgData name="Takeuchi, Koichiro" userId="b3848a05-443b-4434-8fa5-7398ca0c03c9" providerId="ADAL" clId="{CB223349-29E1-400D-B419-E90CA0AB3E89}" dt="2024-06-20T05:45:03.843" v="7953" actId="1076"/>
        <pc:sldMkLst>
          <pc:docMk/>
          <pc:sldMk cId="2130791122" sldId="2147480817"/>
        </pc:sldMkLst>
        <pc:spChg chg="mod">
          <ac:chgData name="Takeuchi, Koichiro" userId="b3848a05-443b-4434-8fa5-7398ca0c03c9" providerId="ADAL" clId="{CB223349-29E1-400D-B419-E90CA0AB3E89}" dt="2024-06-20T02:19:26.508" v="648" actId="404"/>
          <ac:spMkLst>
            <pc:docMk/>
            <pc:sldMk cId="2130791122" sldId="2147480817"/>
            <ac:spMk id="2" creationId="{8F3ED2D0-8C64-20C8-AA22-0C1866CAB691}"/>
          </ac:spMkLst>
        </pc:spChg>
        <pc:spChg chg="mod">
          <ac:chgData name="Takeuchi, Koichiro" userId="b3848a05-443b-4434-8fa5-7398ca0c03c9" providerId="ADAL" clId="{CB223349-29E1-400D-B419-E90CA0AB3E89}" dt="2024-06-20T02:21:26.452" v="1009" actId="20577"/>
          <ac:spMkLst>
            <pc:docMk/>
            <pc:sldMk cId="2130791122" sldId="2147480817"/>
            <ac:spMk id="3" creationId="{9E89FA11-8A6A-E7A0-58F7-719585938EF4}"/>
          </ac:spMkLst>
        </pc:spChg>
        <pc:spChg chg="mod">
          <ac:chgData name="Takeuchi, Koichiro" userId="b3848a05-443b-4434-8fa5-7398ca0c03c9" providerId="ADAL" clId="{CB223349-29E1-400D-B419-E90CA0AB3E89}" dt="2024-06-20T02:19:15.326" v="646"/>
          <ac:spMkLst>
            <pc:docMk/>
            <pc:sldMk cId="2130791122" sldId="2147480817"/>
            <ac:spMk id="4" creationId="{DA0D1BCD-D64A-A21F-43D3-F982DCF0ABA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7" creationId="{E254AA62-0673-1F43-8032-EBC7F64F23DE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9" creationId="{7EBEE1E6-ED69-127B-3291-37E234792AA9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0" creationId="{B8EE8FA1-5BAE-77E8-9CC8-AEA6B9E10DD6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1" creationId="{B2622E85-0E86-80AD-0B7E-07420CD167F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2" creationId="{AD8DEE04-BBB3-9254-0694-60F374EA1FE8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3" creationId="{73160DEC-6899-E8BA-E40F-AE5917E1D0A0}"/>
          </ac:spMkLst>
        </pc:spChg>
        <pc:spChg chg="add del mod">
          <ac:chgData name="Takeuchi, Koichiro" userId="b3848a05-443b-4434-8fa5-7398ca0c03c9" providerId="ADAL" clId="{CB223349-29E1-400D-B419-E90CA0AB3E89}" dt="2024-06-20T02:24:58.518" v="1179" actId="21"/>
          <ac:spMkLst>
            <pc:docMk/>
            <pc:sldMk cId="2130791122" sldId="2147480817"/>
            <ac:spMk id="15" creationId="{E3B7EBA5-2058-23DF-BAD1-170562B03CEC}"/>
          </ac:spMkLst>
        </pc:spChg>
        <pc:spChg chg="add mod">
          <ac:chgData name="Takeuchi, Koichiro" userId="b3848a05-443b-4434-8fa5-7398ca0c03c9" providerId="ADAL" clId="{CB223349-29E1-400D-B419-E90CA0AB3E89}" dt="2024-06-20T02:30:21.674" v="1349" actId="1035"/>
          <ac:spMkLst>
            <pc:docMk/>
            <pc:sldMk cId="2130791122" sldId="2147480817"/>
            <ac:spMk id="16" creationId="{2057601C-0483-66E1-6180-6F9126BB3C71}"/>
          </ac:spMkLst>
        </pc:spChg>
        <pc:spChg chg="add del mod">
          <ac:chgData name="Takeuchi, Koichiro" userId="b3848a05-443b-4434-8fa5-7398ca0c03c9" providerId="ADAL" clId="{CB223349-29E1-400D-B419-E90CA0AB3E89}" dt="2024-06-20T02:27:27.808" v="1221" actId="478"/>
          <ac:spMkLst>
            <pc:docMk/>
            <pc:sldMk cId="2130791122" sldId="2147480817"/>
            <ac:spMk id="17" creationId="{C882C1EE-DD90-6C04-BD0A-4FFADFA8C2E3}"/>
          </ac:spMkLst>
        </pc:spChg>
        <pc:spChg chg="add del mod">
          <ac:chgData name="Takeuchi, Koichiro" userId="b3848a05-443b-4434-8fa5-7398ca0c03c9" providerId="ADAL" clId="{CB223349-29E1-400D-B419-E90CA0AB3E89}" dt="2024-06-20T02:26:37.469" v="1214" actId="478"/>
          <ac:spMkLst>
            <pc:docMk/>
            <pc:sldMk cId="2130791122" sldId="2147480817"/>
            <ac:spMk id="18" creationId="{ADF0D451-BFF8-5797-05C6-FFAF1F346E43}"/>
          </ac:spMkLst>
        </pc:spChg>
        <pc:spChg chg="add del mod">
          <ac:chgData name="Takeuchi, Koichiro" userId="b3848a05-443b-4434-8fa5-7398ca0c03c9" providerId="ADAL" clId="{CB223349-29E1-400D-B419-E90CA0AB3E89}" dt="2024-06-20T02:27:19.348" v="1220" actId="478"/>
          <ac:spMkLst>
            <pc:docMk/>
            <pc:sldMk cId="2130791122" sldId="2147480817"/>
            <ac:spMk id="19" creationId="{0CD339DA-79E6-503D-12B5-487845E69F6D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1" creationId="{D4F8E701-DB0C-CE47-DFA3-FA3DA4BD2E8F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2" creationId="{3533C84D-2B67-1572-F809-FC4977DE7038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3" creationId="{6C167F53-50FD-1A20-B0ED-588F1B2A8EB0}"/>
          </ac:spMkLst>
        </pc:spChg>
        <pc:spChg chg="add del">
          <ac:chgData name="Takeuchi, Koichiro" userId="b3848a05-443b-4434-8fa5-7398ca0c03c9" providerId="ADAL" clId="{CB223349-29E1-400D-B419-E90CA0AB3E89}" dt="2024-06-20T02:28:00.933" v="1226" actId="21"/>
          <ac:spMkLst>
            <pc:docMk/>
            <pc:sldMk cId="2130791122" sldId="2147480817"/>
            <ac:spMk id="24" creationId="{16A6C22C-EC6D-1AC4-2DC2-7431D5F46753}"/>
          </ac:spMkLst>
        </pc:spChg>
        <pc:spChg chg="add mod ord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5" creationId="{1BF1614E-2021-6FAA-A137-E7B75EC55CB6}"/>
          </ac:spMkLst>
        </pc:spChg>
        <pc:spChg chg="add del">
          <ac:chgData name="Takeuchi, Koichiro" userId="b3848a05-443b-4434-8fa5-7398ca0c03c9" providerId="ADAL" clId="{CB223349-29E1-400D-B419-E90CA0AB3E89}" dt="2024-06-20T02:30:51.028" v="1351" actId="21"/>
          <ac:spMkLst>
            <pc:docMk/>
            <pc:sldMk cId="2130791122" sldId="2147480817"/>
            <ac:spMk id="26" creationId="{DCDAF188-E89A-F455-6F9B-F639590AA67D}"/>
          </ac:spMkLst>
        </pc:spChg>
        <pc:spChg chg="add mod">
          <ac:chgData name="Takeuchi, Koichiro" userId="b3848a05-443b-4434-8fa5-7398ca0c03c9" providerId="ADAL" clId="{CB223349-29E1-400D-B419-E90CA0AB3E89}" dt="2024-06-20T02:33:36.234" v="1624" actId="20577"/>
          <ac:spMkLst>
            <pc:docMk/>
            <pc:sldMk cId="2130791122" sldId="2147480817"/>
            <ac:spMk id="27" creationId="{DCDAF188-E89A-F455-6F9B-F639590AA67D}"/>
          </ac:spMkLst>
        </pc:spChg>
        <pc:spChg chg="add del mod">
          <ac:chgData name="Takeuchi, Koichiro" userId="b3848a05-443b-4434-8fa5-7398ca0c03c9" providerId="ADAL" clId="{CB223349-29E1-400D-B419-E90CA0AB3E89}" dt="2024-06-20T03:49:03.319" v="4415" actId="478"/>
          <ac:spMkLst>
            <pc:docMk/>
            <pc:sldMk cId="2130791122" sldId="2147480817"/>
            <ac:spMk id="28" creationId="{B2DA2ECB-5DC0-A9D6-DDF2-F6AC8C506199}"/>
          </ac:spMkLst>
        </pc:spChg>
        <pc:spChg chg="add mod">
          <ac:chgData name="Takeuchi, Koichiro" userId="b3848a05-443b-4434-8fa5-7398ca0c03c9" providerId="ADAL" clId="{CB223349-29E1-400D-B419-E90CA0AB3E89}" dt="2024-06-20T02:33:23.796" v="1610" actId="14100"/>
          <ac:spMkLst>
            <pc:docMk/>
            <pc:sldMk cId="2130791122" sldId="2147480817"/>
            <ac:spMk id="29" creationId="{33263DEC-6023-5330-3B8F-5DDA2FCF80E5}"/>
          </ac:spMkLst>
        </pc:spChg>
        <pc:spChg chg="add mod">
          <ac:chgData name="Takeuchi, Koichiro" userId="b3848a05-443b-4434-8fa5-7398ca0c03c9" providerId="ADAL" clId="{CB223349-29E1-400D-B419-E90CA0AB3E89}" dt="2024-06-20T05:45:03.843" v="7953" actId="1076"/>
          <ac:spMkLst>
            <pc:docMk/>
            <pc:sldMk cId="2130791122" sldId="2147480817"/>
            <ac:spMk id="30" creationId="{16A75592-3A14-0149-FB16-2FC8BC6F5C0C}"/>
          </ac:spMkLst>
        </pc:spChg>
        <pc:grpChg chg="add mod">
          <ac:chgData name="Takeuchi, Koichiro" userId="b3848a05-443b-4434-8fa5-7398ca0c03c9" providerId="ADAL" clId="{CB223349-29E1-400D-B419-E90CA0AB3E89}" dt="2024-06-20T02:32:26.386" v="1466" actId="1036"/>
          <ac:grpSpMkLst>
            <pc:docMk/>
            <pc:sldMk cId="2130791122" sldId="2147480817"/>
            <ac:grpSpMk id="14" creationId="{4FE4F6C5-DC74-AC6B-B32B-F1F379B4601E}"/>
          </ac:grpSpMkLst>
        </pc:grpChg>
        <pc:grpChg chg="add del mod">
          <ac:chgData name="Takeuchi, Koichiro" userId="b3848a05-443b-4434-8fa5-7398ca0c03c9" providerId="ADAL" clId="{CB223349-29E1-400D-B419-E90CA0AB3E89}" dt="2024-06-20T02:28:25.241" v="1232" actId="165"/>
          <ac:grpSpMkLst>
            <pc:docMk/>
            <pc:sldMk cId="2130791122" sldId="2147480817"/>
            <ac:grpSpMk id="20" creationId="{75C0EC1B-ABBB-4B2D-0CA8-446BA974BA88}"/>
          </ac:grpSpMkLst>
        </pc:grpChg>
        <pc:picChg chg="add mod">
          <ac:chgData name="Takeuchi, Koichiro" userId="b3848a05-443b-4434-8fa5-7398ca0c03c9" providerId="ADAL" clId="{CB223349-29E1-400D-B419-E90CA0AB3E89}" dt="2024-06-20T02:32:26.386" v="1466" actId="1036"/>
          <ac:picMkLst>
            <pc:docMk/>
            <pc:sldMk cId="2130791122" sldId="2147480817"/>
            <ac:picMk id="8" creationId="{849A686D-C0C2-BED0-2116-8519780E200D}"/>
          </ac:picMkLst>
        </pc:picChg>
      </pc:sldChg>
      <pc:sldChg chg="add del">
        <pc:chgData name="Takeuchi, Koichiro" userId="b3848a05-443b-4434-8fa5-7398ca0c03c9" providerId="ADAL" clId="{CB223349-29E1-400D-B419-E90CA0AB3E89}" dt="2024-06-20T03:29:13.017" v="3264" actId="47"/>
        <pc:sldMkLst>
          <pc:docMk/>
          <pc:sldMk cId="226857224" sldId="2147480818"/>
        </pc:sldMkLst>
      </pc:sldChg>
      <pc:sldChg chg="addSp delSp modSp add mod">
        <pc:chgData name="Takeuchi, Koichiro" userId="b3848a05-443b-4434-8fa5-7398ca0c03c9" providerId="ADAL" clId="{CB223349-29E1-400D-B419-E90CA0AB3E89}" dt="2024-06-20T05:57:57.176" v="8055" actId="478"/>
        <pc:sldMkLst>
          <pc:docMk/>
          <pc:sldMk cId="3929662420" sldId="2147480818"/>
        </pc:sldMkLst>
        <pc:spChg chg="mod">
          <ac:chgData name="Takeuchi, Koichiro" userId="b3848a05-443b-4434-8fa5-7398ca0c03c9" providerId="ADAL" clId="{CB223349-29E1-400D-B419-E90CA0AB3E89}" dt="2024-06-20T03:30:47.134" v="3361" actId="20577"/>
          <ac:spMkLst>
            <pc:docMk/>
            <pc:sldMk cId="3929662420" sldId="2147480818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32:30.544" v="3381" actId="552"/>
          <ac:spMkLst>
            <pc:docMk/>
            <pc:sldMk cId="3929662420" sldId="2147480818"/>
            <ac:spMk id="7" creationId="{FC323CC8-026F-A852-D46C-A7DE3BBB0FC9}"/>
          </ac:spMkLst>
        </pc:spChg>
        <pc:spChg chg="mod">
          <ac:chgData name="Takeuchi, Koichiro" userId="b3848a05-443b-4434-8fa5-7398ca0c03c9" providerId="ADAL" clId="{CB223349-29E1-400D-B419-E90CA0AB3E89}" dt="2024-06-20T03:31:00.597" v="3364" actId="20577"/>
          <ac:spMkLst>
            <pc:docMk/>
            <pc:sldMk cId="3929662420" sldId="2147480818"/>
            <ac:spMk id="9" creationId="{B86D8330-0B1A-E587-FA07-0AAE4A76EC6B}"/>
          </ac:spMkLst>
        </pc:spChg>
        <pc:spChg chg="del">
          <ac:chgData name="Takeuchi, Koichiro" userId="b3848a05-443b-4434-8fa5-7398ca0c03c9" providerId="ADAL" clId="{CB223349-29E1-400D-B419-E90CA0AB3E89}" dt="2024-06-20T03:29:24.352" v="3266" actId="478"/>
          <ac:spMkLst>
            <pc:docMk/>
            <pc:sldMk cId="3929662420" sldId="2147480818"/>
            <ac:spMk id="10" creationId="{8CD5BA63-C0B2-CEB6-93FE-328B281F0AFD}"/>
          </ac:spMkLst>
        </pc:spChg>
        <pc:spChg chg="del">
          <ac:chgData name="Takeuchi, Koichiro" userId="b3848a05-443b-4434-8fa5-7398ca0c03c9" providerId="ADAL" clId="{CB223349-29E1-400D-B419-E90CA0AB3E89}" dt="2024-06-20T03:29:28.011" v="3267" actId="478"/>
          <ac:spMkLst>
            <pc:docMk/>
            <pc:sldMk cId="3929662420" sldId="2147480818"/>
            <ac:spMk id="20" creationId="{AE0FEECE-71B8-E3E7-EDF6-0C0453B2F388}"/>
          </ac:spMkLst>
        </pc:spChg>
        <pc:spChg chg="add del mod">
          <ac:chgData name="Takeuchi, Koichiro" userId="b3848a05-443b-4434-8fa5-7398ca0c03c9" providerId="ADAL" clId="{CB223349-29E1-400D-B419-E90CA0AB3E89}" dt="2024-06-20T05:57:57.176" v="8055" actId="478"/>
          <ac:spMkLst>
            <pc:docMk/>
            <pc:sldMk cId="3929662420" sldId="2147480818"/>
            <ac:spMk id="24" creationId="{97967BD8-6F53-82B3-3933-967574154192}"/>
          </ac:spMkLst>
        </pc:spChg>
        <pc:spChg chg="add del mod">
          <ac:chgData name="Takeuchi, Koichiro" userId="b3848a05-443b-4434-8fa5-7398ca0c03c9" providerId="ADAL" clId="{CB223349-29E1-400D-B419-E90CA0AB3E89}" dt="2024-06-20T05:57:56.546" v="8054" actId="478"/>
          <ac:spMkLst>
            <pc:docMk/>
            <pc:sldMk cId="3929662420" sldId="2147480818"/>
            <ac:spMk id="25" creationId="{9667575A-F228-DA40-4E37-FFA39EBB0BE0}"/>
          </ac:spMkLst>
        </pc:spChg>
        <pc:spChg chg="add mod">
          <ac:chgData name="Takeuchi, Koichiro" userId="b3848a05-443b-4434-8fa5-7398ca0c03c9" providerId="ADAL" clId="{CB223349-29E1-400D-B419-E90CA0AB3E89}" dt="2024-06-20T03:32:57.582" v="3394" actId="552"/>
          <ac:spMkLst>
            <pc:docMk/>
            <pc:sldMk cId="3929662420" sldId="2147480818"/>
            <ac:spMk id="29" creationId="{37492DA0-8C77-AD3F-9C06-2F2CA4D81391}"/>
          </ac:spMkLst>
        </pc:spChg>
        <pc:spChg chg="add mod">
          <ac:chgData name="Takeuchi, Koichiro" userId="b3848a05-443b-4434-8fa5-7398ca0c03c9" providerId="ADAL" clId="{CB223349-29E1-400D-B419-E90CA0AB3E89}" dt="2024-06-20T03:33:11.916" v="3406" actId="14100"/>
          <ac:spMkLst>
            <pc:docMk/>
            <pc:sldMk cId="3929662420" sldId="2147480818"/>
            <ac:spMk id="30" creationId="{25D5605A-688A-F03D-6377-BCA604287F6F}"/>
          </ac:spMkLst>
        </pc:spChg>
        <pc:spChg chg="add mod">
          <ac:chgData name="Takeuchi, Koichiro" userId="b3848a05-443b-4434-8fa5-7398ca0c03c9" providerId="ADAL" clId="{CB223349-29E1-400D-B419-E90CA0AB3E89}" dt="2024-06-20T03:33:18.329" v="3409" actId="14100"/>
          <ac:spMkLst>
            <pc:docMk/>
            <pc:sldMk cId="3929662420" sldId="2147480818"/>
            <ac:spMk id="33" creationId="{F0E2DAA8-697B-9F62-D15C-89A336CEF856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5" creationId="{1CAD9315-A4A2-B09C-1F15-503D0D70A8CB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8" creationId="{02B3C197-BC0D-AD9B-8D6C-DA036F2203F1}"/>
          </ac:spMkLst>
        </pc:spChg>
        <pc:spChg chg="add del mod">
          <ac:chgData name="Takeuchi, Koichiro" userId="b3848a05-443b-4434-8fa5-7398ca0c03c9" providerId="ADAL" clId="{CB223349-29E1-400D-B419-E90CA0AB3E89}" dt="2024-06-20T03:34:14.243" v="3472" actId="478"/>
          <ac:spMkLst>
            <pc:docMk/>
            <pc:sldMk cId="3929662420" sldId="2147480818"/>
            <ac:spMk id="39" creationId="{D447C487-0ED8-6F0F-4C7B-54F555284391}"/>
          </ac:spMkLst>
        </pc:spChg>
        <pc:spChg chg="add del mod">
          <ac:chgData name="Takeuchi, Koichiro" userId="b3848a05-443b-4434-8fa5-7398ca0c03c9" providerId="ADAL" clId="{CB223349-29E1-400D-B419-E90CA0AB3E89}" dt="2024-06-20T03:34:11.734" v="3471" actId="478"/>
          <ac:spMkLst>
            <pc:docMk/>
            <pc:sldMk cId="3929662420" sldId="2147480818"/>
            <ac:spMk id="41" creationId="{60C10DA2-548B-6301-B2D9-789786C79946}"/>
          </ac:spMkLst>
        </pc:spChg>
        <pc:spChg chg="add mod">
          <ac:chgData name="Takeuchi, Koichiro" userId="b3848a05-443b-4434-8fa5-7398ca0c03c9" providerId="ADAL" clId="{CB223349-29E1-400D-B419-E90CA0AB3E89}" dt="2024-06-20T03:34:01.303" v="3449" actId="20577"/>
          <ac:spMkLst>
            <pc:docMk/>
            <pc:sldMk cId="3929662420" sldId="2147480818"/>
            <ac:spMk id="42" creationId="{F455CFC4-AC7B-07C8-D70E-5758952D9E00}"/>
          </ac:spMkLst>
        </pc:spChg>
        <pc:spChg chg="add mod">
          <ac:chgData name="Takeuchi, Koichiro" userId="b3848a05-443b-4434-8fa5-7398ca0c03c9" providerId="ADAL" clId="{CB223349-29E1-400D-B419-E90CA0AB3E89}" dt="2024-06-20T03:34:07.405" v="3470" actId="20577"/>
          <ac:spMkLst>
            <pc:docMk/>
            <pc:sldMk cId="3929662420" sldId="2147480818"/>
            <ac:spMk id="47" creationId="{04D04E6C-1F10-2976-34BA-DFCDD30FAB3F}"/>
          </ac:spMkLst>
        </pc:spChg>
        <pc:spChg chg="add mod">
          <ac:chgData name="Takeuchi, Koichiro" userId="b3848a05-443b-4434-8fa5-7398ca0c03c9" providerId="ADAL" clId="{CB223349-29E1-400D-B419-E90CA0AB3E89}" dt="2024-06-20T03:34:30.576" v="3483" actId="1035"/>
          <ac:spMkLst>
            <pc:docMk/>
            <pc:sldMk cId="3929662420" sldId="2147480818"/>
            <ac:spMk id="48" creationId="{ED55A48C-F35E-D175-0A7E-5EACE48C8056}"/>
          </ac:spMkLst>
        </pc:spChg>
        <pc:spChg chg="add mod">
          <ac:chgData name="Takeuchi, Koichiro" userId="b3848a05-443b-4434-8fa5-7398ca0c03c9" providerId="ADAL" clId="{CB223349-29E1-400D-B419-E90CA0AB3E89}" dt="2024-06-20T03:34:22.435" v="3477" actId="1035"/>
          <ac:spMkLst>
            <pc:docMk/>
            <pc:sldMk cId="3929662420" sldId="2147480818"/>
            <ac:spMk id="54" creationId="{94DBEDD8-183E-6A7B-ED68-DD311FF34E9F}"/>
          </ac:spMkLst>
        </pc:spChg>
        <pc:spChg chg="mod">
          <ac:chgData name="Takeuchi, Koichiro" userId="b3848a05-443b-4434-8fa5-7398ca0c03c9" providerId="ADAL" clId="{CB223349-29E1-400D-B419-E90CA0AB3E89}" dt="2024-06-20T03:30:57.595" v="3363" actId="20577"/>
          <ac:spMkLst>
            <pc:docMk/>
            <pc:sldMk cId="3929662420" sldId="2147480818"/>
            <ac:spMk id="66" creationId="{5A79ACBD-2299-AF46-BDD0-81EC95C2DDB0}"/>
          </ac:spMkLst>
        </pc:spChg>
        <pc:spChg chg="add mod">
          <ac:chgData name="Takeuchi, Koichiro" userId="b3848a05-443b-4434-8fa5-7398ca0c03c9" providerId="ADAL" clId="{CB223349-29E1-400D-B419-E90CA0AB3E89}" dt="2024-06-20T03:37:33.624" v="3752" actId="20577"/>
          <ac:spMkLst>
            <pc:docMk/>
            <pc:sldMk cId="3929662420" sldId="2147480818"/>
            <ac:spMk id="68" creationId="{74CDD5EB-0126-544B-1D9B-117A2CCB9D32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7" creationId="{AECF4307-289C-1260-7B03-8FADC7D47A25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8" creationId="{E9D194BE-14C8-F700-5FB7-70B21F31A948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80" creationId="{A496F57E-7F13-21CC-F0C6-ED34BA7174E6}"/>
          </ac:spMkLst>
        </pc:spChg>
        <pc:spChg chg="add mod">
          <ac:chgData name="Takeuchi, Koichiro" userId="b3848a05-443b-4434-8fa5-7398ca0c03c9" providerId="ADAL" clId="{CB223349-29E1-400D-B419-E90CA0AB3E89}" dt="2024-06-20T03:37:39.116" v="3768" actId="20577"/>
          <ac:spMkLst>
            <pc:docMk/>
            <pc:sldMk cId="3929662420" sldId="2147480818"/>
            <ac:spMk id="81" creationId="{3BF40FBA-B0FD-1D8D-30A0-922C54B4026C}"/>
          </ac:spMkLst>
        </pc:spChg>
        <pc:spChg chg="add mod">
          <ac:chgData name="Takeuchi, Koichiro" userId="b3848a05-443b-4434-8fa5-7398ca0c03c9" providerId="ADAL" clId="{CB223349-29E1-400D-B419-E90CA0AB3E89}" dt="2024-06-20T03:38:13.426" v="3788" actId="20577"/>
          <ac:spMkLst>
            <pc:docMk/>
            <pc:sldMk cId="3929662420" sldId="2147480818"/>
            <ac:spMk id="87" creationId="{6BEE82FB-9E7B-5DBB-10F9-AD68E0BF9080}"/>
          </ac:spMkLst>
        </pc:spChg>
        <pc:spChg chg="add mod">
          <ac:chgData name="Takeuchi, Koichiro" userId="b3848a05-443b-4434-8fa5-7398ca0c03c9" providerId="ADAL" clId="{CB223349-29E1-400D-B419-E90CA0AB3E89}" dt="2024-06-20T03:42:21.079" v="4238" actId="14100"/>
          <ac:spMkLst>
            <pc:docMk/>
            <pc:sldMk cId="3929662420" sldId="2147480818"/>
            <ac:spMk id="91" creationId="{46E161C8-4F1D-82E0-D21C-C009C37DCA22}"/>
          </ac:spMkLst>
        </pc:spChg>
        <pc:spChg chg="add del mod">
          <ac:chgData name="Takeuchi, Koichiro" userId="b3848a05-443b-4434-8fa5-7398ca0c03c9" providerId="ADAL" clId="{CB223349-29E1-400D-B419-E90CA0AB3E89}" dt="2024-06-20T03:48:55.408" v="4413" actId="478"/>
          <ac:spMkLst>
            <pc:docMk/>
            <pc:sldMk cId="3929662420" sldId="2147480818"/>
            <ac:spMk id="93" creationId="{4A2D5C90-B08D-992A-EA07-C8C7FC75A461}"/>
          </ac:spMkLst>
        </pc:spChg>
        <pc:spChg chg="mod">
          <ac:chgData name="Takeuchi, Koichiro" userId="b3848a05-443b-4434-8fa5-7398ca0c03c9" providerId="ADAL" clId="{CB223349-29E1-400D-B419-E90CA0AB3E89}" dt="2024-06-20T03:30:13.148" v="3299" actId="20577"/>
          <ac:spMkLst>
            <pc:docMk/>
            <pc:sldMk cId="3929662420" sldId="2147480818"/>
            <ac:spMk id="113" creationId="{68F79C94-0337-A33A-5FAC-0D2D9B6BF4EB}"/>
          </ac:spMkLst>
        </pc:spChg>
        <pc:cxnChg chg="add mod">
          <ac:chgData name="Takeuchi, Koichiro" userId="b3848a05-443b-4434-8fa5-7398ca0c03c9" providerId="ADAL" clId="{CB223349-29E1-400D-B419-E90CA0AB3E89}" dt="2024-06-20T03:37:29.675" v="3743" actId="14100"/>
          <ac:cxnSpMkLst>
            <pc:docMk/>
            <pc:sldMk cId="3929662420" sldId="2147480818"/>
            <ac:cxnSpMk id="72" creationId="{F0FB2B42-926C-D26B-E544-58A5804C9A83}"/>
          </ac:cxnSpMkLst>
        </pc:cxnChg>
        <pc:cxnChg chg="add mod">
          <ac:chgData name="Takeuchi, Koichiro" userId="b3848a05-443b-4434-8fa5-7398ca0c03c9" providerId="ADAL" clId="{CB223349-29E1-400D-B419-E90CA0AB3E89}" dt="2024-06-20T03:37:46.608" v="3771" actId="14100"/>
          <ac:cxnSpMkLst>
            <pc:docMk/>
            <pc:sldMk cId="3929662420" sldId="2147480818"/>
            <ac:cxnSpMk id="84" creationId="{10EB06AE-5A8E-E364-F0E8-DC46A09DB1A0}"/>
          </ac:cxnSpMkLst>
        </pc:cxnChg>
        <pc:cxnChg chg="add mod">
          <ac:chgData name="Takeuchi, Koichiro" userId="b3848a05-443b-4434-8fa5-7398ca0c03c9" providerId="ADAL" clId="{CB223349-29E1-400D-B419-E90CA0AB3E89}" dt="2024-06-20T03:38:20.457" v="3791" actId="14100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3:48:47.865" v="4410" actId="12788"/>
        <pc:sldMkLst>
          <pc:docMk/>
          <pc:sldMk cId="1843778601" sldId="2147480819"/>
        </pc:sldMkLst>
        <pc:spChg chg="mod">
          <ac:chgData name="Takeuchi, Koichiro" userId="b3848a05-443b-4434-8fa5-7398ca0c03c9" providerId="ADAL" clId="{CB223349-29E1-400D-B419-E90CA0AB3E89}" dt="2024-06-20T03:48:32.550" v="4405" actId="20577"/>
          <ac:spMkLst>
            <pc:docMk/>
            <pc:sldMk cId="1843778601" sldId="2147480819"/>
            <ac:spMk id="2" creationId="{EA00C013-14E2-C6D0-B362-30FB994BED92}"/>
          </ac:spMkLst>
        </pc:spChg>
        <pc:spChg chg="del">
          <ac:chgData name="Takeuchi, Koichiro" userId="b3848a05-443b-4434-8fa5-7398ca0c03c9" providerId="ADAL" clId="{CB223349-29E1-400D-B419-E90CA0AB3E89}" dt="2024-06-20T03:48:35.932" v="4406" actId="478"/>
          <ac:spMkLst>
            <pc:docMk/>
            <pc:sldMk cId="1843778601" sldId="2147480819"/>
            <ac:spMk id="3" creationId="{00CAF9D4-9C4C-359E-6520-1BC4DC52A2B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7" creationId="{89A51736-EF99-8760-1A7D-4E27FA7A351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8" creationId="{5C3FCCB1-A0B3-D503-9D63-E7078EC3B4ED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9" creationId="{4DF270D2-90A6-9F8B-9F27-A02304D1963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0" creationId="{B902B190-91A8-F1B5-E1AA-B3AAE2ECEEB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1" creationId="{F7581A97-47F9-3B17-56B3-0734E6DEA7C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2" creationId="{6BC66BA5-3356-7C9F-9340-80F663DEC3D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3" creationId="{3079F9D1-2628-022D-16AE-D49DDFFD56E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4" creationId="{A4E1D6E7-AB7E-063F-1B0B-85DEDDC05E8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5" creationId="{BD267743-4121-5ADB-F02B-3DA79CF0195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6" creationId="{BA3554DC-2202-38F2-4AAF-09ED01D41DB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7" creationId="{F34BD2E8-3D70-9F3B-1279-156C997333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8" creationId="{508EEDD4-415E-668C-D225-C55DE6E30986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9" creationId="{D5DA8695-CC47-4EA6-76EB-605DC56D9B9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0" creationId="{9A3C674F-4688-3BDF-EFE1-6A486754332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1" creationId="{9BE0C757-94A2-F872-50DB-7F822B11A5E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2" creationId="{18E7EDAC-D2FC-0B1B-76EF-AF1DB7058A2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3" creationId="{7A67E98B-E573-2C9C-74A9-1EF3ECAD0BF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4" creationId="{68B0D803-C067-4FE9-08B7-12234D49518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6" creationId="{C97EB3AE-2586-5B53-4636-3FC86B7F819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7" creationId="{B804F8C5-3320-3B0B-403A-BEC32EBFCCE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8" creationId="{B0DCC4F6-8000-F19A-BF64-553E3553CF61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9" creationId="{2A353E3C-92CD-BCD7-7987-DE2ABE78897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0" creationId="{BF73336A-143D-B83E-B78A-AAE65796926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1" creationId="{9CE28FDB-AB80-2F5A-0BD2-537FC6FB37F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2" creationId="{697A1150-59BE-8023-AB0E-0D660D67FF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3" creationId="{A92751D1-91EB-0A1B-23CE-12CD8E9BBA7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4" creationId="{A7E1E0E7-4901-73C8-732B-39DB3A63AB4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5" creationId="{E185D034-736E-2ED2-8AE5-0F151339F38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6" creationId="{BEB2391F-0DED-593B-ECBB-E0E5AF197FA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7" creationId="{A1F45314-E46B-2016-2725-4ED97AE85A3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8" creationId="{D62CFD88-EFD3-5CB2-C060-988B0D79148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9" creationId="{2F346D93-7C72-134D-7597-311F56CAAC3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0" creationId="{BA26FD51-D643-5726-615C-A3DDFE99599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1" creationId="{E2E9906A-D741-7A9C-F8BE-C6BF174E5FC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2" creationId="{892BEEF0-B4C9-63B7-C49F-7CD830B9712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3" creationId="{EC0BAFDD-31E0-C4F8-F218-5601A56BE80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58" creationId="{855B41CE-9C02-BE04-00A9-71198A409EB9}"/>
          </ac:spMkLst>
        </pc:spChg>
        <pc:picChg chg="add mod">
          <ac:chgData name="Takeuchi, Koichiro" userId="b3848a05-443b-4434-8fa5-7398ca0c03c9" providerId="ADAL" clId="{CB223349-29E1-400D-B419-E90CA0AB3E89}" dt="2024-06-20T03:48:47.865" v="4410" actId="12788"/>
          <ac:picMkLst>
            <pc:docMk/>
            <pc:sldMk cId="1843778601" sldId="2147480819"/>
            <ac:picMk id="85" creationId="{0B577D8B-8FA7-12D3-A004-87A758ED8FF3}"/>
          </ac:picMkLst>
        </pc:pic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25" creationId="{C0628727-67D9-90B1-30B6-1EBDB69DB49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4" creationId="{925ADD59-148A-1A2C-CA43-D6F4226631E8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5" creationId="{C32EC79C-C12E-6219-5320-EF7C3A9B27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6" creationId="{00974BFE-A3AC-2950-33D6-98A3C0C5E91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7" creationId="{DC35D3B9-551B-E025-B5FA-7466BDA746E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8" creationId="{7AB18CF6-8903-01BE-4D5D-134FAEFB03F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9" creationId="{24DED846-C56C-D14C-28C6-9D180B9DD6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0" creationId="{EC995503-5C63-6ADD-2FC0-158B16DEC3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1" creationId="{92F35994-2CF7-0FB1-00C2-C5B1C2B7CEB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2" creationId="{12FAFB26-3058-1B16-6A65-69A462943A6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3" creationId="{7E7390A7-73B6-77B9-2873-73B2326B53A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4" creationId="{77F93647-70BE-EAB5-E4B4-838906E6C8A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5" creationId="{44EB4AE0-83EC-A97D-29FC-27DEB312E10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6" creationId="{124A9587-CF83-7B3B-9009-6450AE7A0C2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7" creationId="{BFA82194-5618-1145-6BD6-B984EED72FC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9" creationId="{B5E93299-028A-FAF1-6EB4-3387DD3A0CF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0" creationId="{B22B5B54-8F46-616C-2D88-F4F227D0D20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1" creationId="{AA651ECD-4986-633B-6BCE-2805F8073B7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2" creationId="{F0A484FE-63A5-64C2-7C20-E66B7B8F519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3" creationId="{BCBD158F-D411-950B-4D96-078B2CC38E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4" creationId="{18BC3A53-E735-91E0-9300-809DF70CF74B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5" creationId="{D9B3FA31-3C4F-3B74-3E14-2D72F5EEE23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6" creationId="{04F80469-C0E8-9DF6-1F49-FE6820319892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7" creationId="{13F05D0B-A26F-8E35-DF50-A720DEC8E8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8" creationId="{BD16AB76-979C-9924-6CCD-EC4643C3C05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9" creationId="{14371315-0475-7AA7-D868-F463EE3D515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0" creationId="{F2A0DB7D-DD30-71BA-4562-4328D60C76B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1" creationId="{26444070-3E11-DBC9-1EB6-A75A77E7DC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2" creationId="{C067922A-75CD-7344-AB8A-0687E4CF972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3" creationId="{C2248A74-37C8-6772-6B99-6CB57886C4C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4" creationId="{A4CE7A28-1F10-FACF-D53D-064B7A3A87F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5" creationId="{12773A69-DAA0-0739-E9EF-87C2A48443F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6" creationId="{775323CE-0621-A5B4-663A-33FC19551A9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7" creationId="{9594E166-0EBC-30DC-B111-BFA5E0BBC6E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8" creationId="{F4766733-6ECD-BE7D-6CE3-47A25E416BB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9" creationId="{A87B2E7B-5772-1854-64D4-7A3DB35B8E1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0" creationId="{91F763F8-9E1A-FCF2-B12E-5DE01D4146C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1" creationId="{B093C13B-FCE3-60BC-8912-216E2DE9549A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2" creationId="{1E2497BA-45A6-287D-4689-2DA38B5C363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3" creationId="{604BC228-F34A-E393-4059-56E5AFF632D3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4" creationId="{3318C6D9-3085-0DB1-EABA-78A2E5F7EAF0}"/>
          </ac:cxnSpMkLst>
        </pc:cxnChg>
      </pc:sldChg>
      <pc:sldChg chg="new del">
        <pc:chgData name="Takeuchi, Koichiro" userId="b3848a05-443b-4434-8fa5-7398ca0c03c9" providerId="ADAL" clId="{CB223349-29E1-400D-B419-E90CA0AB3E89}" dt="2024-06-20T03:49:51.101" v="4502" actId="680"/>
        <pc:sldMkLst>
          <pc:docMk/>
          <pc:sldMk cId="446843299" sldId="2147480820"/>
        </pc:sldMkLst>
      </pc:sldChg>
      <pc:sldChg chg="addSp delSp modSp new mod ord">
        <pc:chgData name="Takeuchi, Koichiro" userId="b3848a05-443b-4434-8fa5-7398ca0c03c9" providerId="ADAL" clId="{CB223349-29E1-400D-B419-E90CA0AB3E89}" dt="2024-06-20T04:03:29.606" v="5481" actId="1076"/>
        <pc:sldMkLst>
          <pc:docMk/>
          <pc:sldMk cId="2651279901" sldId="2147480820"/>
        </pc:sldMkLst>
        <pc:spChg chg="mod">
          <ac:chgData name="Takeuchi, Koichiro" userId="b3848a05-443b-4434-8fa5-7398ca0c03c9" providerId="ADAL" clId="{CB223349-29E1-400D-B419-E90CA0AB3E89}" dt="2024-06-20T03:52:21.170" v="4569" actId="20577"/>
          <ac:spMkLst>
            <pc:docMk/>
            <pc:sldMk cId="2651279901" sldId="2147480820"/>
            <ac:spMk id="2" creationId="{6773D6D6-FBBC-3EE2-F52D-C8260CCC2FD5}"/>
          </ac:spMkLst>
        </pc:spChg>
        <pc:spChg chg="mod">
          <ac:chgData name="Takeuchi, Koichiro" userId="b3848a05-443b-4434-8fa5-7398ca0c03c9" providerId="ADAL" clId="{CB223349-29E1-400D-B419-E90CA0AB3E89}" dt="2024-06-20T03:55:28.598" v="4975" actId="20577"/>
          <ac:spMkLst>
            <pc:docMk/>
            <pc:sldMk cId="2651279901" sldId="2147480820"/>
            <ac:spMk id="3" creationId="{07EE764C-2C89-9D5A-CAEB-FF8B33D0FE2A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7" creationId="{FDF47047-12E4-A497-44B5-941BF0C95DD7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8" creationId="{518C939A-4D9A-DA3E-322F-D94C5474274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9" creationId="{7A61A31A-DD34-495B-BC55-AA891AED97F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0" creationId="{26997FDD-A655-A5FA-3EB2-13799343BBB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1" creationId="{E9F8F2A2-2427-1723-8AAB-16520AFEB231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2" creationId="{CF2E5D1F-8D23-F0F2-E55D-E0390FF416D9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3" creationId="{F897A439-756E-0BF9-FAFC-CBB722439986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4" creationId="{BB12C889-7D1B-CD8E-A873-01CAF84323B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5" creationId="{5B246C99-52B6-3731-A380-A3AF64DE8AD4}"/>
          </ac:spMkLst>
        </pc:spChg>
        <pc:spChg chg="add mod">
          <ac:chgData name="Takeuchi, Koichiro" userId="b3848a05-443b-4434-8fa5-7398ca0c03c9" providerId="ADAL" clId="{CB223349-29E1-400D-B419-E90CA0AB3E89}" dt="2024-06-20T03:56:39.261" v="5086" actId="554"/>
          <ac:spMkLst>
            <pc:docMk/>
            <pc:sldMk cId="2651279901" sldId="2147480820"/>
            <ac:spMk id="16" creationId="{4C08273A-49A8-F956-F9FF-38ED3061670A}"/>
          </ac:spMkLst>
        </pc:spChg>
        <pc:spChg chg="add mod">
          <ac:chgData name="Takeuchi, Koichiro" userId="b3848a05-443b-4434-8fa5-7398ca0c03c9" providerId="ADAL" clId="{CB223349-29E1-400D-B419-E90CA0AB3E89}" dt="2024-06-20T03:56:15.994" v="5040" actId="20577"/>
          <ac:spMkLst>
            <pc:docMk/>
            <pc:sldMk cId="2651279901" sldId="2147480820"/>
            <ac:spMk id="17" creationId="{36CA6A0A-BE4D-D213-63A0-ED52BD19C887}"/>
          </ac:spMkLst>
        </pc:spChg>
        <pc:spChg chg="add mod">
          <ac:chgData name="Takeuchi, Koichiro" userId="b3848a05-443b-4434-8fa5-7398ca0c03c9" providerId="ADAL" clId="{CB223349-29E1-400D-B419-E90CA0AB3E89}" dt="2024-06-20T03:53:52.077" v="4634" actId="555"/>
          <ac:spMkLst>
            <pc:docMk/>
            <pc:sldMk cId="2651279901" sldId="2147480820"/>
            <ac:spMk id="18" creationId="{B90BE05D-6D14-5451-9345-2215853C7B00}"/>
          </ac:spMkLst>
        </pc:spChg>
        <pc:spChg chg="add mod">
          <ac:chgData name="Takeuchi, Koichiro" userId="b3848a05-443b-4434-8fa5-7398ca0c03c9" providerId="ADAL" clId="{CB223349-29E1-400D-B419-E90CA0AB3E89}" dt="2024-06-20T03:55:57.873" v="5003" actId="552"/>
          <ac:spMkLst>
            <pc:docMk/>
            <pc:sldMk cId="2651279901" sldId="2147480820"/>
            <ac:spMk id="19" creationId="{718AE84C-99CC-2757-5D9A-0BA7D6FF7D6C}"/>
          </ac:spMkLst>
        </pc:spChg>
        <pc:spChg chg="add mod">
          <ac:chgData name="Takeuchi, Koichiro" userId="b3848a05-443b-4434-8fa5-7398ca0c03c9" providerId="ADAL" clId="{CB223349-29E1-400D-B419-E90CA0AB3E89}" dt="2024-06-20T03:53:57.511" v="4636" actId="12789"/>
          <ac:spMkLst>
            <pc:docMk/>
            <pc:sldMk cId="2651279901" sldId="2147480820"/>
            <ac:spMk id="20" creationId="{BABF7057-DA21-C418-CF06-AB8856DF8158}"/>
          </ac:spMkLst>
        </pc:spChg>
        <pc:spChg chg="add mod">
          <ac:chgData name="Takeuchi, Koichiro" userId="b3848a05-443b-4434-8fa5-7398ca0c03c9" providerId="ADAL" clId="{CB223349-29E1-400D-B419-E90CA0AB3E89}" dt="2024-06-20T03:56:00.704" v="5004" actId="12789"/>
          <ac:spMkLst>
            <pc:docMk/>
            <pc:sldMk cId="2651279901" sldId="2147480820"/>
            <ac:spMk id="21" creationId="{427714C4-2813-303B-8EA8-C7BC307352E9}"/>
          </ac:spMkLst>
        </pc:spChg>
        <pc:spChg chg="add mod">
          <ac:chgData name="Takeuchi, Koichiro" userId="b3848a05-443b-4434-8fa5-7398ca0c03c9" providerId="ADAL" clId="{CB223349-29E1-400D-B419-E90CA0AB3E89}" dt="2024-06-20T03:56:34.916" v="5085" actId="20577"/>
          <ac:spMkLst>
            <pc:docMk/>
            <pc:sldMk cId="2651279901" sldId="2147480820"/>
            <ac:spMk id="22" creationId="{16FED767-720E-CBFA-8C0D-A46030E24CA1}"/>
          </ac:spMkLst>
        </pc:spChg>
        <pc:spChg chg="add mod">
          <ac:chgData name="Takeuchi, Koichiro" userId="b3848a05-443b-4434-8fa5-7398ca0c03c9" providerId="ADAL" clId="{CB223349-29E1-400D-B419-E90CA0AB3E89}" dt="2024-06-20T03:56:48.385" v="5089" actId="12789"/>
          <ac:spMkLst>
            <pc:docMk/>
            <pc:sldMk cId="2651279901" sldId="2147480820"/>
            <ac:spMk id="23" creationId="{1AAD1154-FA36-E802-AB4B-08412244FB06}"/>
          </ac:spMkLst>
        </pc:spChg>
        <pc:spChg chg="add mod">
          <ac:chgData name="Takeuchi, Koichiro" userId="b3848a05-443b-4434-8fa5-7398ca0c03c9" providerId="ADAL" clId="{CB223349-29E1-400D-B419-E90CA0AB3E89}" dt="2024-06-20T03:58:46.858" v="5269" actId="20577"/>
          <ac:spMkLst>
            <pc:docMk/>
            <pc:sldMk cId="2651279901" sldId="2147480820"/>
            <ac:spMk id="24" creationId="{14D8B22C-DCE4-3AE7-EB3E-217058D83650}"/>
          </ac:spMkLst>
        </pc:spChg>
        <pc:spChg chg="add mod">
          <ac:chgData name="Takeuchi, Koichiro" userId="b3848a05-443b-4434-8fa5-7398ca0c03c9" providerId="ADAL" clId="{CB223349-29E1-400D-B419-E90CA0AB3E89}" dt="2024-06-20T03:55:43.903" v="4999" actId="14100"/>
          <ac:spMkLst>
            <pc:docMk/>
            <pc:sldMk cId="2651279901" sldId="2147480820"/>
            <ac:spMk id="25" creationId="{B33E6508-CCFC-497B-9AF4-49634DE2BE16}"/>
          </ac:spMkLst>
        </pc:spChg>
        <pc:spChg chg="add del mod">
          <ac:chgData name="Takeuchi, Koichiro" userId="b3848a05-443b-4434-8fa5-7398ca0c03c9" providerId="ADAL" clId="{CB223349-29E1-400D-B419-E90CA0AB3E89}" dt="2024-06-20T03:59:24.816" v="5270" actId="478"/>
          <ac:spMkLst>
            <pc:docMk/>
            <pc:sldMk cId="2651279901" sldId="2147480820"/>
            <ac:spMk id="26" creationId="{10CDE368-3FD9-0EDC-0FC4-911B315098D3}"/>
          </ac:spMkLst>
        </pc:spChg>
        <pc:spChg chg="add mod">
          <ac:chgData name="Takeuchi, Koichiro" userId="b3848a05-443b-4434-8fa5-7398ca0c03c9" providerId="ADAL" clId="{CB223349-29E1-400D-B419-E90CA0AB3E89}" dt="2024-06-20T04:03:29.606" v="5481" actId="1076"/>
          <ac:spMkLst>
            <pc:docMk/>
            <pc:sldMk cId="2651279901" sldId="2147480820"/>
            <ac:spMk id="27" creationId="{9B6CA229-56C7-3A78-C876-0D4CE1BE1B49}"/>
          </ac:spMkLst>
        </pc:spChg>
      </pc:sldChg>
      <pc:sldChg chg="addSp delSp modSp add mod">
        <pc:chgData name="Takeuchi, Koichiro" userId="b3848a05-443b-4434-8fa5-7398ca0c03c9" providerId="ADAL" clId="{CB223349-29E1-400D-B419-E90CA0AB3E89}" dt="2024-06-20T04:13:58.838" v="6228" actId="14100"/>
        <pc:sldMkLst>
          <pc:docMk/>
          <pc:sldMk cId="1893746339" sldId="2147480821"/>
        </pc:sldMkLst>
        <pc:spChg chg="mod">
          <ac:chgData name="Takeuchi, Koichiro" userId="b3848a05-443b-4434-8fa5-7398ca0c03c9" providerId="ADAL" clId="{CB223349-29E1-400D-B419-E90CA0AB3E89}" dt="2024-06-20T04:06:10.374" v="5549" actId="20577"/>
          <ac:spMkLst>
            <pc:docMk/>
            <pc:sldMk cId="1893746339" sldId="2147480821"/>
            <ac:spMk id="2" creationId="{6773D6D6-FBBC-3EE2-F52D-C8260CCC2FD5}"/>
          </ac:spMkLst>
        </pc:spChg>
        <pc:spChg chg="del">
          <ac:chgData name="Takeuchi, Koichiro" userId="b3848a05-443b-4434-8fa5-7398ca0c03c9" providerId="ADAL" clId="{CB223349-29E1-400D-B419-E90CA0AB3E89}" dt="2024-06-20T04:05:06.045" v="5530" actId="478"/>
          <ac:spMkLst>
            <pc:docMk/>
            <pc:sldMk cId="1893746339" sldId="2147480821"/>
            <ac:spMk id="3" creationId="{07EE764C-2C89-9D5A-CAEB-FF8B33D0FE2A}"/>
          </ac:spMkLst>
        </pc:spChg>
        <pc:spChg chg="del">
          <ac:chgData name="Takeuchi, Koichiro" userId="b3848a05-443b-4434-8fa5-7398ca0c03c9" providerId="ADAL" clId="{CB223349-29E1-400D-B419-E90CA0AB3E89}" dt="2024-06-20T04:06:03.276" v="5534" actId="478"/>
          <ac:spMkLst>
            <pc:docMk/>
            <pc:sldMk cId="1893746339" sldId="2147480821"/>
            <ac:spMk id="4" creationId="{5EE5056A-D6E3-6545-93AF-4C28E0238760}"/>
          </ac:spMkLst>
        </pc:spChg>
        <pc:spChg chg="add del mod">
          <ac:chgData name="Takeuchi, Koichiro" userId="b3848a05-443b-4434-8fa5-7398ca0c03c9" providerId="ADAL" clId="{CB223349-29E1-400D-B419-E90CA0AB3E89}" dt="2024-06-20T04:05:09.925" v="5531" actId="478"/>
          <ac:spMkLst>
            <pc:docMk/>
            <pc:sldMk cId="1893746339" sldId="2147480821"/>
            <ac:spMk id="8" creationId="{059D0668-2482-0B80-6AD9-89BE2B174A0E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0" creationId="{11BDC453-95DE-C968-3AF4-81AFDA34027A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1" creationId="{3926318C-5337-ECE0-5DB0-45CBE5BD2061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13" creationId="{A61A0D45-35DB-D577-A4F8-253261187066}"/>
          </ac:spMkLst>
        </pc:spChg>
        <pc:spChg chg="mod">
          <ac:chgData name="Takeuchi, Koichiro" userId="b3848a05-443b-4434-8fa5-7398ca0c03c9" providerId="ADAL" clId="{CB223349-29E1-400D-B419-E90CA0AB3E89}" dt="2024-06-20T04:06:51.539" v="5590" actId="14100"/>
          <ac:spMkLst>
            <pc:docMk/>
            <pc:sldMk cId="1893746339" sldId="2147480821"/>
            <ac:spMk id="14" creationId="{34EF388C-5D0C-FB32-CEF5-9FECE2F2509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6" creationId="{4C08273A-49A8-F956-F9FF-38ED3061670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7" creationId="{36CA6A0A-BE4D-D213-63A0-ED52BD19C88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8" creationId="{B90BE05D-6D14-5451-9345-2215853C7B0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9" creationId="{718AE84C-99CC-2757-5D9A-0BA7D6FF7D6C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0" creationId="{BABF7057-DA21-C418-CF06-AB8856DF8158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1" creationId="{427714C4-2813-303B-8EA8-C7BC307352E9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2" creationId="{16FED767-720E-CBFA-8C0D-A46030E24CA1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3" creationId="{1AAD1154-FA36-E802-AB4B-08412244FB06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4" creationId="{14D8B22C-DCE4-3AE7-EB3E-217058D8365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5" creationId="{B33E6508-CCFC-497B-9AF4-49634DE2BE16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6" creationId="{DB164C8C-C05C-2275-C4CD-FFFC1A91D2A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7" creationId="{9B6CA229-56C7-3A78-C876-0D4CE1BE1B49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8" creationId="{DE1912D2-A8B7-196D-8C16-E7A8954495EB}"/>
          </ac:spMkLst>
        </pc:spChg>
        <pc:spChg chg="mod topLvl">
          <ac:chgData name="Takeuchi, Koichiro" userId="b3848a05-443b-4434-8fa5-7398ca0c03c9" providerId="ADAL" clId="{CB223349-29E1-400D-B419-E90CA0AB3E89}" dt="2024-06-20T04:09:39.649" v="5875" actId="164"/>
          <ac:spMkLst>
            <pc:docMk/>
            <pc:sldMk cId="1893746339" sldId="2147480821"/>
            <ac:spMk id="30" creationId="{8D391709-0CAF-60C0-1914-68E326F47D8F}"/>
          </ac:spMkLst>
        </pc:spChg>
        <pc:spChg chg="mod topLvl">
          <ac:chgData name="Takeuchi, Koichiro" userId="b3848a05-443b-4434-8fa5-7398ca0c03c9" providerId="ADAL" clId="{CB223349-29E1-400D-B419-E90CA0AB3E89}" dt="2024-06-20T04:11:37.261" v="5943" actId="113"/>
          <ac:spMkLst>
            <pc:docMk/>
            <pc:sldMk cId="1893746339" sldId="2147480821"/>
            <ac:spMk id="31" creationId="{BA251428-C707-C629-9F63-91FE15DDFDF9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3" creationId="{30FA2BF0-A341-96A1-D985-6C18EF2310CE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4" creationId="{292C09F4-B267-B029-DC3D-3C75467C88B8}"/>
          </ac:spMkLst>
        </pc:spChg>
        <pc:spChg chg="mod">
          <ac:chgData name="Takeuchi, Koichiro" userId="b3848a05-443b-4434-8fa5-7398ca0c03c9" providerId="ADAL" clId="{CB223349-29E1-400D-B419-E90CA0AB3E89}" dt="2024-06-20T04:10:27.879" v="5921" actId="20577"/>
          <ac:spMkLst>
            <pc:docMk/>
            <pc:sldMk cId="1893746339" sldId="2147480821"/>
            <ac:spMk id="36" creationId="{D7C21D3A-67B9-EFAE-5777-6B03AFFC674E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7" creationId="{DC67FB5E-E9D1-A3BA-C9E1-818F1F818D92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9" creationId="{34C47894-76E0-6CA7-0F21-8ECC1EA77833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40" creationId="{04C11DD0-9300-6909-A3DE-3A412836C9F5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1" creationId="{97ECAF50-97F7-022C-CF10-60628EDF692C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3" creationId="{17EB2ACF-5EC4-A1C8-DB41-FA8B6693DB3D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5" creationId="{1030A8D6-FD02-AC83-6797-82B0D104003E}"/>
          </ac:spMkLst>
        </pc:spChg>
        <pc:spChg chg="add del mod">
          <ac:chgData name="Takeuchi, Koichiro" userId="b3848a05-443b-4434-8fa5-7398ca0c03c9" providerId="ADAL" clId="{CB223349-29E1-400D-B419-E90CA0AB3E89}" dt="2024-06-20T04:09:57.625" v="5881" actId="478"/>
          <ac:spMkLst>
            <pc:docMk/>
            <pc:sldMk cId="1893746339" sldId="2147480821"/>
            <ac:spMk id="47" creationId="{6AA969E7-B75E-DD51-37F0-B4ACD23E98CD}"/>
          </ac:spMkLst>
        </pc:spChg>
        <pc:spChg chg="add del mod">
          <ac:chgData name="Takeuchi, Koichiro" userId="b3848a05-443b-4434-8fa5-7398ca0c03c9" providerId="ADAL" clId="{CB223349-29E1-400D-B419-E90CA0AB3E89}" dt="2024-06-20T04:06:35.797" v="5554" actId="478"/>
          <ac:spMkLst>
            <pc:docMk/>
            <pc:sldMk cId="1893746339" sldId="2147480821"/>
            <ac:spMk id="49" creationId="{F8B183AE-41D7-F53C-EA89-A47E3FCB6C7B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1" creationId="{E9631E20-480A-4A7E-6259-1EF97EB683F4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3" creationId="{9AA35C45-2568-79EB-31CD-71C00A6BC7B6}"/>
          </ac:spMkLst>
        </pc:spChg>
        <pc:spChg chg="add del mod">
          <ac:chgData name="Takeuchi, Koichiro" userId="b3848a05-443b-4434-8fa5-7398ca0c03c9" providerId="ADAL" clId="{CB223349-29E1-400D-B419-E90CA0AB3E89}" dt="2024-06-20T04:10:16.800" v="5913" actId="478"/>
          <ac:spMkLst>
            <pc:docMk/>
            <pc:sldMk cId="1893746339" sldId="2147480821"/>
            <ac:spMk id="55" creationId="{CBF88DC7-E4D2-DD11-7C59-653DE1449327}"/>
          </ac:spMkLst>
        </pc:spChg>
        <pc:spChg chg="add mod">
          <ac:chgData name="Takeuchi, Koichiro" userId="b3848a05-443b-4434-8fa5-7398ca0c03c9" providerId="ADAL" clId="{CB223349-29E1-400D-B419-E90CA0AB3E89}" dt="2024-06-20T04:07:38.970" v="5619" actId="14100"/>
          <ac:spMkLst>
            <pc:docMk/>
            <pc:sldMk cId="1893746339" sldId="2147480821"/>
            <ac:spMk id="57" creationId="{DB93E31A-8906-B7AD-9D0B-E05778922043}"/>
          </ac:spMkLst>
        </pc:spChg>
        <pc:spChg chg="add mod">
          <ac:chgData name="Takeuchi, Koichiro" userId="b3848a05-443b-4434-8fa5-7398ca0c03c9" providerId="ADAL" clId="{CB223349-29E1-400D-B419-E90CA0AB3E89}" dt="2024-06-20T04:08:36.277" v="5794" actId="1037"/>
          <ac:spMkLst>
            <pc:docMk/>
            <pc:sldMk cId="1893746339" sldId="2147480821"/>
            <ac:spMk id="58" creationId="{14E207EF-A96F-26F1-BADE-908FD601434B}"/>
          </ac:spMkLst>
        </pc:spChg>
        <pc:spChg chg="add mod">
          <ac:chgData name="Takeuchi, Koichiro" userId="b3848a05-443b-4434-8fa5-7398ca0c03c9" providerId="ADAL" clId="{CB223349-29E1-400D-B419-E90CA0AB3E89}" dt="2024-06-20T04:12:14.549" v="5993" actId="14100"/>
          <ac:spMkLst>
            <pc:docMk/>
            <pc:sldMk cId="1893746339" sldId="2147480821"/>
            <ac:spMk id="79" creationId="{BCD22273-24E4-835D-C809-402809125B1B}"/>
          </ac:spMkLst>
        </pc:spChg>
        <pc:spChg chg="add mod">
          <ac:chgData name="Takeuchi, Koichiro" userId="b3848a05-443b-4434-8fa5-7398ca0c03c9" providerId="ADAL" clId="{CB223349-29E1-400D-B419-E90CA0AB3E89}" dt="2024-06-20T04:12:51.136" v="6034" actId="20577"/>
          <ac:spMkLst>
            <pc:docMk/>
            <pc:sldMk cId="1893746339" sldId="2147480821"/>
            <ac:spMk id="82" creationId="{A349E4FA-5E44-9B06-4AE8-77DE7D934DBD}"/>
          </ac:spMkLst>
        </pc:spChg>
        <pc:spChg chg="add mod">
          <ac:chgData name="Takeuchi, Koichiro" userId="b3848a05-443b-4434-8fa5-7398ca0c03c9" providerId="ADAL" clId="{CB223349-29E1-400D-B419-E90CA0AB3E89}" dt="2024-06-20T04:13:16.055" v="6093" actId="20577"/>
          <ac:spMkLst>
            <pc:docMk/>
            <pc:sldMk cId="1893746339" sldId="2147480821"/>
            <ac:spMk id="86" creationId="{A5BD3B82-F0BA-A709-D655-318F6A95A239}"/>
          </ac:spMkLst>
        </pc:spChg>
        <pc:spChg chg="add mod">
          <ac:chgData name="Takeuchi, Koichiro" userId="b3848a05-443b-4434-8fa5-7398ca0c03c9" providerId="ADAL" clId="{CB223349-29E1-400D-B419-E90CA0AB3E89}" dt="2024-06-20T04:13:51.156" v="6225" actId="14100"/>
          <ac:spMkLst>
            <pc:docMk/>
            <pc:sldMk cId="1893746339" sldId="2147480821"/>
            <ac:spMk id="89" creationId="{571663E2-C0D2-BDF6-917F-F01987C397E5}"/>
          </ac:spMkLst>
        </pc:spChg>
        <pc:grpChg chg="add mod">
          <ac:chgData name="Takeuchi, Koichiro" userId="b3848a05-443b-4434-8fa5-7398ca0c03c9" providerId="ADAL" clId="{CB223349-29E1-400D-B419-E90CA0AB3E89}" dt="2024-06-20T04:10:32.710" v="5922" actId="12788"/>
          <ac:grpSpMkLst>
            <pc:docMk/>
            <pc:sldMk cId="1893746339" sldId="2147480821"/>
            <ac:grpSpMk id="12" creationId="{0F368D00-096E-CE4C-3B34-E46469058135}"/>
          </ac:grpSpMkLst>
        </pc:grpChg>
        <pc:grpChg chg="add del mod">
          <ac:chgData name="Takeuchi, Koichiro" userId="b3848a05-443b-4434-8fa5-7398ca0c03c9" providerId="ADAL" clId="{CB223349-29E1-400D-B419-E90CA0AB3E89}" dt="2024-06-20T04:09:29.255" v="5870" actId="165"/>
          <ac:grpSpMkLst>
            <pc:docMk/>
            <pc:sldMk cId="1893746339" sldId="2147480821"/>
            <ac:grpSpMk id="15" creationId="{AE83C852-6301-C82C-7AE8-00699B5F023E}"/>
          </ac:grpSpMkLst>
        </pc:grpChg>
        <pc:grpChg chg="add del mod">
          <ac:chgData name="Takeuchi, Koichiro" userId="b3848a05-443b-4434-8fa5-7398ca0c03c9" providerId="ADAL" clId="{CB223349-29E1-400D-B419-E90CA0AB3E89}" dt="2024-06-20T04:09:24.740" v="5868" actId="165"/>
          <ac:grpSpMkLst>
            <pc:docMk/>
            <pc:sldMk cId="1893746339" sldId="2147480821"/>
            <ac:grpSpMk id="29" creationId="{B0EE9ACA-89E1-9DF9-EB26-D32A9E63B654}"/>
          </ac:grpSpMkLst>
        </pc:grpChg>
        <pc:grpChg chg="add del mod">
          <ac:chgData name="Takeuchi, Koichiro" userId="b3848a05-443b-4434-8fa5-7398ca0c03c9" providerId="ADAL" clId="{CB223349-29E1-400D-B419-E90CA0AB3E89}" dt="2024-06-20T04:09:12.629" v="5864" actId="165"/>
          <ac:grpSpMkLst>
            <pc:docMk/>
            <pc:sldMk cId="1893746339" sldId="2147480821"/>
            <ac:grpSpMk id="32" creationId="{0BDF451D-1755-DC1B-9781-4F2FE66E4F68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5" creationId="{CF5B3AFC-F58B-6225-274D-33676506F60F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8" creationId="{45416343-BC28-1091-82B5-B32CADD32CBD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59" creationId="{3967C81B-EC18-62E2-7C0C-103877508720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0" creationId="{C8D4ECDB-3215-7676-E8A0-119D6C86A1BA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1" creationId="{3C3B6F98-3CAF-D86C-8794-B3A0791654D2}"/>
          </ac:grpSpMkLst>
        </pc:grpChg>
        <pc:grpChg chg="add mod">
          <ac:chgData name="Takeuchi, Koichiro" userId="b3848a05-443b-4434-8fa5-7398ca0c03c9" providerId="ADAL" clId="{CB223349-29E1-400D-B419-E90CA0AB3E89}" dt="2024-06-20T04:10:36.347" v="5923" actId="12788"/>
          <ac:grpSpMkLst>
            <pc:docMk/>
            <pc:sldMk cId="1893746339" sldId="2147480821"/>
            <ac:grpSpMk id="62" creationId="{6BCFDABF-C444-33BC-2CE7-7AF9B24DB18B}"/>
          </ac:grpSpMkLst>
        </pc:grpChg>
        <pc:grpChg chg="add mod">
          <ac:chgData name="Takeuchi, Koichiro" userId="b3848a05-443b-4434-8fa5-7398ca0c03c9" providerId="ADAL" clId="{CB223349-29E1-400D-B419-E90CA0AB3E89}" dt="2024-06-20T04:10:40.881" v="5925" actId="12788"/>
          <ac:grpSpMkLst>
            <pc:docMk/>
            <pc:sldMk cId="1893746339" sldId="2147480821"/>
            <ac:grpSpMk id="63" creationId="{E8F9543C-9F85-F2AA-E2EA-BFCEC1057E33}"/>
          </ac:grpSpMkLst>
        </pc:grpChg>
        <pc:picChg chg="add mod">
          <ac:chgData name="Takeuchi, Koichiro" userId="b3848a05-443b-4434-8fa5-7398ca0c03c9" providerId="ADAL" clId="{CB223349-29E1-400D-B419-E90CA0AB3E89}" dt="2024-06-20T04:05:24.127" v="5533"/>
          <ac:picMkLst>
            <pc:docMk/>
            <pc:sldMk cId="1893746339" sldId="2147480821"/>
            <ac:picMk id="9" creationId="{5DE1C007-4E23-4542-2639-EC45DDCFA609}"/>
          </ac:picMkLst>
        </pc:pic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2" creationId="{2CA2B76F-3E7B-527D-8515-0039B3FA378D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4" creationId="{690602EB-DC43-3986-0A75-DA315B262B91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6" creationId="{0E3D1F90-412A-E8FF-DA81-AB75685176F8}"/>
          </ac:cxnSpMkLst>
        </pc:cxnChg>
        <pc:cxnChg chg="add del mod">
          <ac:chgData name="Takeuchi, Koichiro" userId="b3848a05-443b-4434-8fa5-7398ca0c03c9" providerId="ADAL" clId="{CB223349-29E1-400D-B419-E90CA0AB3E89}" dt="2024-06-20T04:09:57.625" v="5881" actId="478"/>
          <ac:cxnSpMkLst>
            <pc:docMk/>
            <pc:sldMk cId="1893746339" sldId="2147480821"/>
            <ac:cxnSpMk id="48" creationId="{3786D75E-CD60-3254-4840-95190626648F}"/>
          </ac:cxnSpMkLst>
        </pc:cxnChg>
        <pc:cxnChg chg="add del mod">
          <ac:chgData name="Takeuchi, Koichiro" userId="b3848a05-443b-4434-8fa5-7398ca0c03c9" providerId="ADAL" clId="{CB223349-29E1-400D-B419-E90CA0AB3E89}" dt="2024-06-20T04:06:35.797" v="5554" actId="478"/>
          <ac:cxnSpMkLst>
            <pc:docMk/>
            <pc:sldMk cId="1893746339" sldId="2147480821"/>
            <ac:cxnSpMk id="50" creationId="{5F2BFE2D-E70E-8C4A-AAFA-079502C7209E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2" creationId="{95496DE2-11DF-5642-53EE-4918E140CC83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4" creationId="{554B885E-58EE-7AB6-DDDE-3B688F103DD2}"/>
          </ac:cxnSpMkLst>
        </pc:cxnChg>
        <pc:cxnChg chg="add del mod">
          <ac:chgData name="Takeuchi, Koichiro" userId="b3848a05-443b-4434-8fa5-7398ca0c03c9" providerId="ADAL" clId="{CB223349-29E1-400D-B419-E90CA0AB3E89}" dt="2024-06-20T04:10:16.800" v="5913" actId="478"/>
          <ac:cxnSpMkLst>
            <pc:docMk/>
            <pc:sldMk cId="1893746339" sldId="2147480821"/>
            <ac:cxnSpMk id="56" creationId="{572A0F43-01B3-1D76-7512-5C9F9FA4C66C}"/>
          </ac:cxnSpMkLst>
        </pc:cxnChg>
        <pc:cxnChg chg="add">
          <ac:chgData name="Takeuchi, Koichiro" userId="b3848a05-443b-4434-8fa5-7398ca0c03c9" providerId="ADAL" clId="{CB223349-29E1-400D-B419-E90CA0AB3E89}" dt="2024-06-20T04:10:54.867" v="5926" actId="11529"/>
          <ac:cxnSpMkLst>
            <pc:docMk/>
            <pc:sldMk cId="1893746339" sldId="2147480821"/>
            <ac:cxnSpMk id="65" creationId="{AD49BB89-D907-AA1F-EFC2-3D32661F8F57}"/>
          </ac:cxnSpMkLst>
        </pc:cxnChg>
        <pc:cxnChg chg="add mod">
          <ac:chgData name="Takeuchi, Koichiro" userId="b3848a05-443b-4434-8fa5-7398ca0c03c9" providerId="ADAL" clId="{CB223349-29E1-400D-B419-E90CA0AB3E89}" dt="2024-06-20T04:10:59.534" v="5929" actId="14100"/>
          <ac:cxnSpMkLst>
            <pc:docMk/>
            <pc:sldMk cId="1893746339" sldId="2147480821"/>
            <ac:cxnSpMk id="66" creationId="{AD165A5C-BDD2-4F81-8D76-BE7579354A60}"/>
          </ac:cxnSpMkLst>
        </pc:cxnChg>
        <pc:cxnChg chg="add mod">
          <ac:chgData name="Takeuchi, Koichiro" userId="b3848a05-443b-4434-8fa5-7398ca0c03c9" providerId="ADAL" clId="{CB223349-29E1-400D-B419-E90CA0AB3E89}" dt="2024-06-20T04:11:05.495" v="5932" actId="14100"/>
          <ac:cxnSpMkLst>
            <pc:docMk/>
            <pc:sldMk cId="1893746339" sldId="2147480821"/>
            <ac:cxnSpMk id="69" creationId="{CF3F2D4B-4CAB-2913-691C-785F06F59C6B}"/>
          </ac:cxnSpMkLst>
        </pc:cxnChg>
        <pc:cxnChg chg="add mod">
          <ac:chgData name="Takeuchi, Koichiro" userId="b3848a05-443b-4434-8fa5-7398ca0c03c9" providerId="ADAL" clId="{CB223349-29E1-400D-B419-E90CA0AB3E89}" dt="2024-06-20T04:11:14.309" v="5936" actId="14100"/>
          <ac:cxnSpMkLst>
            <pc:docMk/>
            <pc:sldMk cId="1893746339" sldId="2147480821"/>
            <ac:cxnSpMk id="72" creationId="{C0275373-A890-F909-3F8F-44C297F4ED3E}"/>
          </ac:cxnSpMkLst>
        </pc:cxnChg>
        <pc:cxnChg chg="add mod">
          <ac:chgData name="Takeuchi, Koichiro" userId="b3848a05-443b-4434-8fa5-7398ca0c03c9" providerId="ADAL" clId="{CB223349-29E1-400D-B419-E90CA0AB3E89}" dt="2024-06-20T04:11:19.028" v="5939" actId="14100"/>
          <ac:cxnSpMkLst>
            <pc:docMk/>
            <pc:sldMk cId="1893746339" sldId="2147480821"/>
            <ac:cxnSpMk id="76" creationId="{E4489E18-0CAC-21DC-D771-19A473400CEF}"/>
          </ac:cxnSpMkLst>
        </pc:cxnChg>
        <pc:cxnChg chg="add mod">
          <ac:chgData name="Takeuchi, Koichiro" userId="b3848a05-443b-4434-8fa5-7398ca0c03c9" providerId="ADAL" clId="{CB223349-29E1-400D-B419-E90CA0AB3E89}" dt="2024-06-20T04:12:35.094" v="5999" actId="14100"/>
          <ac:cxnSpMkLst>
            <pc:docMk/>
            <pc:sldMk cId="1893746339" sldId="2147480821"/>
            <ac:cxnSpMk id="80" creationId="{5C8F5460-2F5F-B46E-F849-C1BA286371C2}"/>
          </ac:cxnSpMkLst>
        </pc:cxnChg>
        <pc:cxnChg chg="add mod">
          <ac:chgData name="Takeuchi, Koichiro" userId="b3848a05-443b-4434-8fa5-7398ca0c03c9" providerId="ADAL" clId="{CB223349-29E1-400D-B419-E90CA0AB3E89}" dt="2024-06-20T04:12:57.606" v="6037" actId="14100"/>
          <ac:cxnSpMkLst>
            <pc:docMk/>
            <pc:sldMk cId="1893746339" sldId="2147480821"/>
            <ac:cxnSpMk id="83" creationId="{39D2DAA4-D84A-C78B-125B-EB3DF2AF494E}"/>
          </ac:cxnSpMkLst>
        </pc:cxnChg>
        <pc:cxnChg chg="add mod">
          <ac:chgData name="Takeuchi, Koichiro" userId="b3848a05-443b-4434-8fa5-7398ca0c03c9" providerId="ADAL" clId="{CB223349-29E1-400D-B419-E90CA0AB3E89}" dt="2024-06-20T04:13:23.207" v="6096" actId="14100"/>
          <ac:cxnSpMkLst>
            <pc:docMk/>
            <pc:sldMk cId="1893746339" sldId="2147480821"/>
            <ac:cxnSpMk id="87" creationId="{DFB8B033-618C-DD13-32A4-063745C2A4B0}"/>
          </ac:cxnSpMkLst>
        </pc:cxnChg>
        <pc:cxnChg chg="add mod">
          <ac:chgData name="Takeuchi, Koichiro" userId="b3848a05-443b-4434-8fa5-7398ca0c03c9" providerId="ADAL" clId="{CB223349-29E1-400D-B419-E90CA0AB3E89}" dt="2024-06-20T04:13:58.838" v="6228" actId="14100"/>
          <ac:cxnSpMkLst>
            <pc:docMk/>
            <pc:sldMk cId="1893746339" sldId="2147480821"/>
            <ac:cxnSpMk id="90" creationId="{626F2EDA-678B-C9CC-8E9D-2A824B7B5CBA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4:18:55.483" v="6325" actId="12788"/>
        <pc:sldMkLst>
          <pc:docMk/>
          <pc:sldMk cId="4135958825" sldId="2147480822"/>
        </pc:sldMkLst>
        <pc:spChg chg="mod">
          <ac:chgData name="Takeuchi, Koichiro" userId="b3848a05-443b-4434-8fa5-7398ca0c03c9" providerId="ADAL" clId="{CB223349-29E1-400D-B419-E90CA0AB3E89}" dt="2024-06-20T04:18:42.130" v="6300" actId="20577"/>
          <ac:spMkLst>
            <pc:docMk/>
            <pc:sldMk cId="4135958825" sldId="2147480822"/>
            <ac:spMk id="2" creationId="{1BBCF16B-B591-E922-E594-2E87EAADFBF5}"/>
          </ac:spMkLst>
        </pc:spChg>
        <pc:spChg chg="del">
          <ac:chgData name="Takeuchi, Koichiro" userId="b3848a05-443b-4434-8fa5-7398ca0c03c9" providerId="ADAL" clId="{CB223349-29E1-400D-B419-E90CA0AB3E89}" dt="2024-06-20T04:18:06.521" v="6230" actId="478"/>
          <ac:spMkLst>
            <pc:docMk/>
            <pc:sldMk cId="4135958825" sldId="2147480822"/>
            <ac:spMk id="3" creationId="{359C7521-848F-9F6E-FF01-356DFD5C2D0E}"/>
          </ac:spMkLst>
        </pc:spChg>
        <pc:picChg chg="add mod">
          <ac:chgData name="Takeuchi, Koichiro" userId="b3848a05-443b-4434-8fa5-7398ca0c03c9" providerId="ADAL" clId="{CB223349-29E1-400D-B419-E90CA0AB3E89}" dt="2024-06-20T04:18:55.483" v="6325" actId="12788"/>
          <ac:picMkLst>
            <pc:docMk/>
            <pc:sldMk cId="4135958825" sldId="2147480822"/>
            <ac:picMk id="8" creationId="{3C455565-A480-2BEB-3663-544AE263D63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52.429" v="6938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CB223349-29E1-400D-B419-E90CA0AB3E89}" dt="2024-06-20T04:21:27.544" v="6510" actId="1035"/>
          <ac:spMkLst>
            <pc:docMk/>
            <pc:sldMk cId="982874196" sldId="2147480823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52.429" v="6938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34:19.775" v="6903" actId="20577"/>
        <pc:sldMkLst>
          <pc:docMk/>
          <pc:sldMk cId="1281262462" sldId="2147480824"/>
        </pc:sldMkLst>
        <pc:spChg chg="mod">
          <ac:chgData name="Takeuchi, Koichiro" userId="b3848a05-443b-4434-8fa5-7398ca0c03c9" providerId="ADAL" clId="{CB223349-29E1-400D-B419-E90CA0AB3E89}" dt="2024-06-20T04:32:29.337" v="6546" actId="255"/>
          <ac:spMkLst>
            <pc:docMk/>
            <pc:sldMk cId="1281262462" sldId="2147480824"/>
            <ac:spMk id="2" creationId="{DE1B0F54-6069-27E5-FD60-B823E9F06049}"/>
          </ac:spMkLst>
        </pc:spChg>
        <pc:spChg chg="del">
          <ac:chgData name="Takeuchi, Koichiro" userId="b3848a05-443b-4434-8fa5-7398ca0c03c9" providerId="ADAL" clId="{CB223349-29E1-400D-B419-E90CA0AB3E89}" dt="2024-06-20T04:32:39.616" v="6548" actId="478"/>
          <ac:spMkLst>
            <pc:docMk/>
            <pc:sldMk cId="1281262462" sldId="2147480824"/>
            <ac:spMk id="3" creationId="{F9C520F5-F30C-222E-31A1-9E636A8D1E17}"/>
          </ac:spMkLst>
        </pc:spChg>
        <pc:spChg chg="del">
          <ac:chgData name="Takeuchi, Koichiro" userId="b3848a05-443b-4434-8fa5-7398ca0c03c9" providerId="ADAL" clId="{CB223349-29E1-400D-B419-E90CA0AB3E89}" dt="2024-06-20T04:32:35.601" v="6547" actId="478"/>
          <ac:spMkLst>
            <pc:docMk/>
            <pc:sldMk cId="1281262462" sldId="2147480824"/>
            <ac:spMk id="4" creationId="{ACFE8492-A75E-5FFF-2755-C75384B1211C}"/>
          </ac:spMkLst>
        </pc:spChg>
        <pc:spChg chg="add mod">
          <ac:chgData name="Takeuchi, Koichiro" userId="b3848a05-443b-4434-8fa5-7398ca0c03c9" providerId="ADAL" clId="{CB223349-29E1-400D-B419-E90CA0AB3E89}" dt="2024-06-20T04:34:19.775" v="6903" actId="20577"/>
          <ac:spMkLst>
            <pc:docMk/>
            <pc:sldMk cId="1281262462" sldId="2147480824"/>
            <ac:spMk id="9" creationId="{5266863F-C8D1-3AEB-0EDC-891262C12E40}"/>
          </ac:spMkLst>
        </pc:spChg>
        <pc:picChg chg="add mod">
          <ac:chgData name="Takeuchi, Koichiro" userId="b3848a05-443b-4434-8fa5-7398ca0c03c9" providerId="ADAL" clId="{CB223349-29E1-400D-B419-E90CA0AB3E89}" dt="2024-06-20T04:32:08.096" v="6524" actId="1035"/>
          <ac:picMkLst>
            <pc:docMk/>
            <pc:sldMk cId="1281262462" sldId="2147480824"/>
            <ac:picMk id="8" creationId="{F8E4A922-783D-9F68-146B-1521064CCD7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47.881" v="6931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CB223349-29E1-400D-B419-E90CA0AB3E89}" dt="2024-06-20T04:34:44.648" v="6924" actId="1035"/>
          <ac:spMkLst>
            <pc:docMk/>
            <pc:sldMk cId="1860587498" sldId="2147480825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47.881" v="6931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48:29.852" v="7694" actId="948"/>
        <pc:sldMkLst>
          <pc:docMk/>
          <pc:sldMk cId="2654425851" sldId="2147480826"/>
        </pc:sldMkLst>
        <pc:spChg chg="mod">
          <ac:chgData name="Takeuchi, Koichiro" userId="b3848a05-443b-4434-8fa5-7398ca0c03c9" providerId="ADAL" clId="{CB223349-29E1-400D-B419-E90CA0AB3E89}" dt="2024-06-20T04:39:13.049" v="7031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CB223349-29E1-400D-B419-E90CA0AB3E89}" dt="2024-06-20T04:40:00.326" v="7209" actId="20577"/>
          <ac:spMkLst>
            <pc:docMk/>
            <pc:sldMk cId="2654425851" sldId="2147480826"/>
            <ac:spMk id="3" creationId="{8F0E7406-6785-D4F2-079F-F71C63FACC58}"/>
          </ac:spMkLst>
        </pc:spChg>
        <pc:spChg chg="add del mod">
          <ac:chgData name="Takeuchi, Koichiro" userId="b3848a05-443b-4434-8fa5-7398ca0c03c9" providerId="ADAL" clId="{CB223349-29E1-400D-B419-E90CA0AB3E89}" dt="2024-06-20T04:40:03.273" v="7210" actId="478"/>
          <ac:spMkLst>
            <pc:docMk/>
            <pc:sldMk cId="2654425851" sldId="2147480826"/>
            <ac:spMk id="7" creationId="{13942DAC-C138-18F0-6745-E708556712CB}"/>
          </ac:spMkLst>
        </pc:spChg>
        <pc:spChg chg="add mod">
          <ac:chgData name="Takeuchi, Koichiro" userId="b3848a05-443b-4434-8fa5-7398ca0c03c9" providerId="ADAL" clId="{CB223349-29E1-400D-B419-E90CA0AB3E89}" dt="2024-06-20T04:40:49.633" v="7211"/>
          <ac:spMkLst>
            <pc:docMk/>
            <pc:sldMk cId="2654425851" sldId="2147480826"/>
            <ac:spMk id="8" creationId="{AEE3E8D9-2850-C13C-C18A-74AF840208B8}"/>
          </ac:spMkLst>
        </pc:spChg>
        <pc:spChg chg="add mod">
          <ac:chgData name="Takeuchi, Koichiro" userId="b3848a05-443b-4434-8fa5-7398ca0c03c9" providerId="ADAL" clId="{CB223349-29E1-400D-B419-E90CA0AB3E89}" dt="2024-06-20T04:48:29.852" v="7694" actId="948"/>
          <ac:spMkLst>
            <pc:docMk/>
            <pc:sldMk cId="2654425851" sldId="2147480826"/>
            <ac:spMk id="9" creationId="{0F43399E-64F5-49DB-5661-038B37BF014F}"/>
          </ac:spMkLst>
        </pc:spChg>
        <pc:picChg chg="add mod">
          <ac:chgData name="Takeuchi, Koichiro" userId="b3848a05-443b-4434-8fa5-7398ca0c03c9" providerId="ADAL" clId="{CB223349-29E1-400D-B419-E90CA0AB3E89}" dt="2024-06-20T04:48:01.562" v="7691" actId="1076"/>
          <ac:picMkLst>
            <pc:docMk/>
            <pc:sldMk cId="2654425851" sldId="2147480826"/>
            <ac:picMk id="10" creationId="{46A36C21-B699-6A72-390D-C310FE15CD91}"/>
          </ac:picMkLst>
        </pc:picChg>
      </pc:sldChg>
      <pc:sldChg chg="delSp add mod">
        <pc:chgData name="Takeuchi, Koichiro" userId="b3848a05-443b-4434-8fa5-7398ca0c03c9" providerId="ADAL" clId="{CB223349-29E1-400D-B419-E90CA0AB3E89}" dt="2024-06-20T05:29:37.816" v="7835" actId="478"/>
        <pc:sldMkLst>
          <pc:docMk/>
          <pc:sldMk cId="3882822137" sldId="2147480827"/>
        </pc:sldMkLst>
        <pc:spChg chg="del">
          <ac:chgData name="Takeuchi, Koichiro" userId="b3848a05-443b-4434-8fa5-7398ca0c03c9" providerId="ADAL" clId="{CB223349-29E1-400D-B419-E90CA0AB3E89}" dt="2024-06-20T05:29:37.816" v="7835" actId="478"/>
          <ac:spMkLst>
            <pc:docMk/>
            <pc:sldMk cId="3882822137" sldId="2147480827"/>
            <ac:spMk id="75" creationId="{259D5601-F7A4-9E37-5B38-041897564A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25FFA-04D6-4E43-8CAB-8F9E96954BCF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6EB9A-E095-4C20-A56C-1F5F53DBB9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36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79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C2A8E1-949F-4461-BD17-004DEC953EF7}" type="slidenum">
              <a:rPr kumimoji="1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679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98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8789632" cy="176972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765329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pic>
        <p:nvPicPr>
          <p:cNvPr id="2" name="図 1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17190BCB-160E-4CDD-0B45-62CCCDD767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765459"/>
            <a:ext cx="1959851" cy="51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993126"/>
            <a:ext cx="10912747" cy="1604740"/>
          </a:xfrm>
        </p:spPr>
        <p:txBody>
          <a:bodyPr>
            <a:normAutofit/>
          </a:bodyPr>
          <a:lstStyle>
            <a:lvl1pPr>
              <a:defRPr sz="1999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14302" indent="-230166">
              <a:buFont typeface="Graphik" panose="020B0503030202060203" pitchFamily="34" charset="0"/>
              <a:buChar char="–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5pPr marL="857167" indent="-177784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0999" y="381000"/>
            <a:ext cx="11494089" cy="545512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3" descr="Acc_GT_Solid_P1_RGB.png">
            <a:extLst>
              <a:ext uri="{FF2B5EF4-FFF2-40B4-BE49-F238E27FC236}">
                <a16:creationId xmlns:a16="http://schemas.microsoft.com/office/drawing/2014/main" id="{DC371967-DB4D-A895-196C-FB4DAE54ED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1601" y="6384000"/>
            <a:ext cx="183295" cy="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54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9A03948D-E884-41CC-B043-B627FCBF6B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385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470" imgH="469" progId="TCLayout.ActiveDocument.1">
                  <p:embed/>
                </p:oleObj>
              </mc:Choice>
              <mc:Fallback>
                <p:oleObj name="think-cell スライド" r:id="rId4" imgW="470" imgH="469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9A03948D-E884-41CC-B043-B627FCBF6B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B696379C-6F57-45A8-A934-16883A72ED3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GB" altLang="ja-JP" sz="3600" b="1" i="0" baseline="0" err="1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435429"/>
          </a:xfrm>
        </p:spPr>
        <p:txBody>
          <a:bodyPr anchor="ctr">
            <a:normAutofit/>
          </a:bodyPr>
          <a:lstStyle>
            <a:lvl1pPr>
              <a:defRPr sz="2800" cap="none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Meiryo UI" panose="020B0604030504040204" pitchFamily="50" charset="-128"/>
              </a:defRPr>
            </a:lvl1pPr>
          </a:lstStyle>
          <a:p>
            <a:r>
              <a:rPr lang="en-GB" dirty="0"/>
              <a:t>Place headline here (28pt, min 26pt)</a:t>
            </a:r>
            <a:endParaRPr 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B06FFC7-D274-4E2D-BA29-31E425A923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2" y="794588"/>
            <a:ext cx="11429999" cy="63681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CFAD8BFD-4EF7-448C-8F60-3144611F0C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74525"/>
            <a:ext cx="11430000" cy="251049"/>
          </a:xfrm>
        </p:spPr>
        <p:txBody>
          <a:bodyPr/>
          <a:lstStyle>
            <a:lvl1pPr>
              <a:defRPr sz="1400" b="1"/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3" descr="Acc_GT_Solid_P1_RGB.png">
            <a:extLst>
              <a:ext uri="{FF2B5EF4-FFF2-40B4-BE49-F238E27FC236}">
                <a16:creationId xmlns:a16="http://schemas.microsoft.com/office/drawing/2014/main" id="{FE501BB6-E90F-0B0E-900E-3D0C219E01B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61601" y="6384000"/>
            <a:ext cx="183295" cy="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52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95301"/>
            <a:ext cx="11430000" cy="8001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GB" dirty="0"/>
              <a:t>Place headline here (28pt, min 26pt)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90630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3" descr="Acc_GT_Solid_P1_RGB.png">
            <a:extLst>
              <a:ext uri="{FF2B5EF4-FFF2-40B4-BE49-F238E27FC236}">
                <a16:creationId xmlns:a16="http://schemas.microsoft.com/office/drawing/2014/main" id="{714AC074-3DE4-1B94-4350-7FDABB338D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1601" y="6384000"/>
            <a:ext cx="183295" cy="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95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3" descr="Acc_GT_Solid_P1_RGB.png">
            <a:extLst>
              <a:ext uri="{FF2B5EF4-FFF2-40B4-BE49-F238E27FC236}">
                <a16:creationId xmlns:a16="http://schemas.microsoft.com/office/drawing/2014/main" id="{2DDA7D39-816D-7DAD-1DEC-9664719F99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1601" y="6384000"/>
            <a:ext cx="183295" cy="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94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head (top)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4A151BBC-055D-433A-A172-4BE577AE7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1771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306" imgH="306" progId="TCLayout.ActiveDocument.1">
                  <p:embed/>
                </p:oleObj>
              </mc:Choice>
              <mc:Fallback>
                <p:oleObj name="think-cell スライド" r:id="rId4" imgW="306" imgH="306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4A151BBC-055D-433A-A172-4BE577AE7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8738381C-3996-4352-92FD-D3704826B3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32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7F2F-4B58-4797-AC3B-FF8A19F963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 2026 Accenture. All rights reserved.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FF644-D109-46AB-AACD-1FDB222595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2F7A32-C1EA-4F7E-B0A2-7FCB5BFE90DE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1F5D0AC9-20E5-44AB-A57F-159FD31A7C3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00779" y="969574"/>
            <a:ext cx="11376000" cy="323165"/>
          </a:xfrm>
          <a:prstGeom prst="rect">
            <a:avLst/>
          </a:prstGeom>
        </p:spPr>
        <p:txBody>
          <a:bodyPr wrap="square" tIns="0" anchor="t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800" b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Insert subtitle here at 18pt, align to the baseline of the 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962A254E-2854-48FA-8F65-0066AC7FF3B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0779" y="127469"/>
            <a:ext cx="11376000" cy="261610"/>
          </a:xfrm>
          <a:prstGeom prst="rect">
            <a:avLst/>
          </a:prstGeom>
        </p:spPr>
        <p:txBody>
          <a:bodyPr wrap="square" tIns="0" anchor="ctr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 b="1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 dirty="0"/>
              <a:t>Insert subhead here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4F6B60F4-9919-41FE-A603-015DB9F0B9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79" y="490257"/>
            <a:ext cx="11376000" cy="432000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28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  <p:pic>
        <p:nvPicPr>
          <p:cNvPr id="4" name="Picture 23" descr="Acc_GT_Solid_P1_RGB.png">
            <a:extLst>
              <a:ext uri="{FF2B5EF4-FFF2-40B4-BE49-F238E27FC236}">
                <a16:creationId xmlns:a16="http://schemas.microsoft.com/office/drawing/2014/main" id="{FA604AFB-A04C-F79B-73F1-E9EF650AA2A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61601" y="6384000"/>
            <a:ext cx="183295" cy="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79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>
            <a:grpSpLocks noChangeAspect="1"/>
          </p:cNvGrpSpPr>
          <p:nvPr userDrawn="1"/>
        </p:nvGrpSpPr>
        <p:grpSpPr>
          <a:xfrm>
            <a:off x="7446917" y="939257"/>
            <a:ext cx="4311191" cy="4573173"/>
            <a:chOff x="3494539" y="1675327"/>
            <a:chExt cx="1371600" cy="1454950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3494910" y="2243896"/>
              <a:ext cx="1371229" cy="886381"/>
            </a:xfrm>
            <a:custGeom>
              <a:avLst/>
              <a:gdLst>
                <a:gd name="T0" fmla="*/ 3374 w 3374"/>
                <a:gd name="T1" fmla="*/ 0 h 2181"/>
                <a:gd name="T2" fmla="*/ 0 w 3374"/>
                <a:gd name="T3" fmla="*/ 1398 h 2181"/>
                <a:gd name="T4" fmla="*/ 0 w 3374"/>
                <a:gd name="T5" fmla="*/ 2181 h 2181"/>
                <a:gd name="T6" fmla="*/ 3374 w 3374"/>
                <a:gd name="T7" fmla="*/ 782 h 2181"/>
                <a:gd name="T8" fmla="*/ 3374 w 3374"/>
                <a:gd name="T9" fmla="*/ 0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0"/>
                  </a:moveTo>
                  <a:lnTo>
                    <a:pt x="0" y="1398"/>
                  </a:lnTo>
                  <a:lnTo>
                    <a:pt x="0" y="2181"/>
                  </a:lnTo>
                  <a:lnTo>
                    <a:pt x="3374" y="782"/>
                  </a:lnTo>
                  <a:lnTo>
                    <a:pt x="3374" y="0"/>
                  </a:lnTo>
                  <a:close/>
                </a:path>
              </a:pathLst>
            </a:custGeom>
            <a:gradFill>
              <a:gsLst>
                <a:gs pos="7000">
                  <a:srgbClr val="A100FF"/>
                </a:gs>
                <a:gs pos="100000">
                  <a:srgbClr val="5F009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99">
                <a:solidFill>
                  <a:schemeClr val="lt1"/>
                </a:solidFill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3494539" y="1675327"/>
              <a:ext cx="1371229" cy="886381"/>
            </a:xfrm>
            <a:custGeom>
              <a:avLst/>
              <a:gdLst>
                <a:gd name="T0" fmla="*/ 3374 w 3374"/>
                <a:gd name="T1" fmla="*/ 2181 h 2181"/>
                <a:gd name="T2" fmla="*/ 0 w 3374"/>
                <a:gd name="T3" fmla="*/ 782 h 2181"/>
                <a:gd name="T4" fmla="*/ 0 w 3374"/>
                <a:gd name="T5" fmla="*/ 0 h 2181"/>
                <a:gd name="T6" fmla="*/ 3374 w 3374"/>
                <a:gd name="T7" fmla="*/ 1399 h 2181"/>
                <a:gd name="T8" fmla="*/ 3374 w 3374"/>
                <a:gd name="T9" fmla="*/ 2181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2181"/>
                  </a:moveTo>
                  <a:lnTo>
                    <a:pt x="0" y="782"/>
                  </a:lnTo>
                  <a:lnTo>
                    <a:pt x="0" y="0"/>
                  </a:lnTo>
                  <a:lnTo>
                    <a:pt x="3374" y="1399"/>
                  </a:lnTo>
                  <a:lnTo>
                    <a:pt x="3374" y="2181"/>
                  </a:lnTo>
                  <a:close/>
                </a:path>
              </a:pathLst>
            </a:custGeom>
            <a:solidFill>
              <a:srgbClr val="A100FF"/>
            </a:solidFill>
            <a:ln w="65088" cap="rnd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999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2" y="457201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5999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543303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399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693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88"/>
          <a:stretch/>
        </p:blipFill>
        <p:spPr>
          <a:xfrm>
            <a:off x="8193750" y="5829366"/>
            <a:ext cx="2249963" cy="66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01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1099317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17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68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949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53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2886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508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665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15224288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8012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675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42841519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925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75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049490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403357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15230130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722281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71145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421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688548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222501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01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4154353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256942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9770208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1052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2038927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28703" y="6429853"/>
            <a:ext cx="240129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45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966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3758298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159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3403762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08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589513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813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 dirty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703649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8289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2314820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88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0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463886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6439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1153405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9335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79041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846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695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282964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238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726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47555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48047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2005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94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3024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33.xml"/><Relationship Id="rId39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28.xml"/><Relationship Id="rId34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9.xml"/><Relationship Id="rId47" Type="http://schemas.openxmlformats.org/officeDocument/2006/relationships/slideLayout" Target="../slideLayouts/slideLayout54.xml"/><Relationship Id="rId50" Type="http://schemas.openxmlformats.org/officeDocument/2006/relationships/slideLayout" Target="../slideLayouts/slideLayout57.xml"/><Relationship Id="rId55" Type="http://schemas.openxmlformats.org/officeDocument/2006/relationships/slideLayout" Target="../slideLayouts/slideLayout62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18.xml"/><Relationship Id="rId24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9.xml"/><Relationship Id="rId37" Type="http://schemas.openxmlformats.org/officeDocument/2006/relationships/slideLayout" Target="../slideLayouts/slideLayout44.xml"/><Relationship Id="rId40" Type="http://schemas.openxmlformats.org/officeDocument/2006/relationships/slideLayout" Target="../slideLayouts/slideLayout47.xml"/><Relationship Id="rId45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60.xml"/><Relationship Id="rId58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50.xml"/><Relationship Id="rId48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63.xml"/><Relationship Id="rId8" Type="http://schemas.openxmlformats.org/officeDocument/2006/relationships/slideLayout" Target="../slideLayouts/slideLayout15.xml"/><Relationship Id="rId51" Type="http://schemas.openxmlformats.org/officeDocument/2006/relationships/slideLayout" Target="../slideLayouts/slideLayout58.xml"/><Relationship Id="rId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40.xml"/><Relationship Id="rId38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27.xml"/><Relationship Id="rId41" Type="http://schemas.openxmlformats.org/officeDocument/2006/relationships/slideLayout" Target="../slideLayouts/slideLayout48.xml"/><Relationship Id="rId54" Type="http://schemas.openxmlformats.org/officeDocument/2006/relationships/slideLayout" Target="../slideLayouts/slideLayout61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43.xml"/><Relationship Id="rId49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17.xml"/><Relationship Id="rId31" Type="http://schemas.openxmlformats.org/officeDocument/2006/relationships/slideLayout" Target="../slideLayouts/slideLayout38.xml"/><Relationship Id="rId44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8DDDDC6E-D8B0-49A3-98DC-0A424A99A9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749156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1" imgW="470" imgH="469" progId="TCLayout.ActiveDocument.1">
                  <p:embed/>
                </p:oleObj>
              </mc:Choice>
              <mc:Fallback>
                <p:oleObj name="think-cell スライド" r:id="rId11" imgW="470" imgH="469" progId="TCLayout.ActiveDocument.1">
                  <p:embed/>
                  <p:pic>
                    <p:nvPicPr>
                      <p:cNvPr id="7" name="オブジェクト 6" hidden="1">
                        <a:extLst>
                          <a:ext uri="{FF2B5EF4-FFF2-40B4-BE49-F238E27FC236}">
                            <a16:creationId xmlns:a16="http://schemas.microsoft.com/office/drawing/2014/main" id="{8DDDDC6E-D8B0-49A3-98DC-0A424A99A9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01ABE458-7EA5-4F38-A647-23062852E7F9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40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3" y="6519010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3" y="6519010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3" r:id="rId7"/>
  </p:sldLayoutIdLst>
  <p:hf hdr="0"/>
  <p:txStyles>
    <p:titleStyle>
      <a:lvl1pPr marL="0" indent="0" algn="l" defTabSz="914312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55557" indent="0" algn="l" defTabSz="914312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285724" indent="-230166" algn="l" defTabSz="91431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514302" indent="-230166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685734" indent="-17143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167" indent="-17778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00" indent="-173022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57" indent="0" algn="l" defTabSz="914312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57" indent="0" algn="l" defTabSz="914312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57" indent="0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6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2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8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3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9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35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91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47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3172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37" r:id="rId42"/>
    <p:sldLayoutId id="2147483738" r:id="rId43"/>
    <p:sldLayoutId id="2147483739" r:id="rId44"/>
    <p:sldLayoutId id="2147483740" r:id="rId45"/>
    <p:sldLayoutId id="2147483741" r:id="rId46"/>
    <p:sldLayoutId id="2147483742" r:id="rId47"/>
    <p:sldLayoutId id="2147483743" r:id="rId48"/>
    <p:sldLayoutId id="2147483744" r:id="rId49"/>
    <p:sldLayoutId id="2147483745" r:id="rId50"/>
    <p:sldLayoutId id="2147483746" r:id="rId51"/>
    <p:sldLayoutId id="2147483747" r:id="rId52"/>
    <p:sldLayoutId id="2147483748" r:id="rId53"/>
    <p:sldLayoutId id="2147483749" r:id="rId54"/>
    <p:sldLayoutId id="2147483750" r:id="rId55"/>
    <p:sldLayoutId id="2147483751" r:id="rId56"/>
    <p:sldLayoutId id="2147483752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3C4372D-6EAF-4EA7-9623-B3AD69D711A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3C4372D-6EAF-4EA7-9623-B3AD69D711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EF240B0-4902-4D39-A001-FFBCEA20E83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Black" panose="020B0A03030202060203" pitchFamily="34" charset="0"/>
              <a:ea typeface="Meiryo UI"/>
              <a:cs typeface="+mn-cs"/>
              <a:sym typeface="Graphik Black" panose="020B0A03030202060203" pitchFamily="34" charset="0"/>
            </a:endParaRPr>
          </a:p>
        </p:txBody>
      </p:sp>
      <p:sp>
        <p:nvSpPr>
          <p:cNvPr id="17" name="タイトル 16">
            <a:extLst>
              <a:ext uri="{FF2B5EF4-FFF2-40B4-BE49-F238E27FC236}">
                <a16:creationId xmlns:a16="http://schemas.microsoft.com/office/drawing/2014/main" id="{B52D041B-B723-E8E2-B297-181D2B8A7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8" name="字幕 17">
            <a:extLst>
              <a:ext uri="{FF2B5EF4-FFF2-40B4-BE49-F238E27FC236}">
                <a16:creationId xmlns:a16="http://schemas.microsoft.com/office/drawing/2014/main" id="{120D0F77-1DC4-246B-9821-1403267A4D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0AEDFD69-AFCB-7E8D-E387-402C2AA7E0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8461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845134-1BEF-E7BD-582B-C980990C7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kumimoji="1" lang="ja-JP" altLang="en-US" sz="260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187AE4-3ECE-1552-3C27-FAFD90DBA02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Copyright © 20</a:t>
            </a:r>
            <a:r>
              <a:rPr lang="en-US" altLang="ja-JP"/>
              <a:t>26</a:t>
            </a:r>
            <a:r>
              <a:rPr lang="en-US"/>
              <a:t> Accenture. All rights reserved.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30CD96-44FA-01C5-B8CC-32DE53004EE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4C331423-D31E-54C6-B603-3A2DCE7DE991}"/>
              </a:ext>
            </a:extLst>
          </p:cNvPr>
          <p:cNvSpPr txBox="1">
            <a:spLocks/>
          </p:cNvSpPr>
          <p:nvPr/>
        </p:nvSpPr>
        <p:spPr>
          <a:xfrm>
            <a:off x="381001" y="852464"/>
            <a:ext cx="11429999" cy="2932680"/>
          </a:xfrm>
          <a:prstGeom prst="rect">
            <a:avLst/>
          </a:prstGeom>
        </p:spPr>
        <p:txBody>
          <a:bodyPr vert="horz" lIns="0" tIns="91440" rIns="0" bIns="45720" rtlCol="0" anchor="t">
            <a:noAutofit/>
          </a:bodyPr>
          <a:lstStyle>
            <a:lvl1pPr marL="55557" indent="0" algn="l" defTabSz="9143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999" b="0" kern="1200" cap="none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285724" indent="-230166" algn="l" defTabSz="9143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999" b="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02" indent="-230166" algn="l" defTabSz="9143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999" b="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34" indent="-171434" algn="l" defTabSz="9143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999" b="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857167" indent="-177784" algn="l" defTabSz="9143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999" b="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1028600" indent="-173022" algn="l" defTabSz="91431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57" indent="0" algn="l" defTabSz="914312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57" indent="0" algn="l" defTabSz="9143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57" indent="0" algn="l" defTabSz="9143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9595" indent="-514350">
              <a:lnSpc>
                <a:spcPct val="200000"/>
              </a:lnSpc>
              <a:buFont typeface="+mj-lt"/>
              <a:buAutoNum type="arabicPeriod"/>
            </a:pPr>
            <a:endParaRPr kumimoji="1" lang="ja-JP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710641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556D6F-9D39-C18D-EA65-0E2CEA59AB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B08A9D-B367-8CAB-10E5-489E40D1D3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3" y="6519010"/>
            <a:ext cx="304799" cy="206375"/>
          </a:xfrm>
        </p:spPr>
        <p:txBody>
          <a:bodyPr/>
          <a:lstStyle/>
          <a:p>
            <a:fld id="{4F9AC08D-23A9-440E-BCB9-AA1E9877CC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6185BE32-B77F-CD96-8543-82617BFE3A5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15381195-632F-7308-D693-BB2203D94A6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タイトル 11">
            <a:extLst>
              <a:ext uri="{FF2B5EF4-FFF2-40B4-BE49-F238E27FC236}">
                <a16:creationId xmlns:a16="http://schemas.microsoft.com/office/drawing/2014/main" id="{ADE2D2A5-4AE3-D79D-211C-741B60DEB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>
            <a:extLst>
              <a:ext uri="{FF2B5EF4-FFF2-40B4-BE49-F238E27FC236}">
                <a16:creationId xmlns:a16="http://schemas.microsoft.com/office/drawing/2014/main" id="{3C63C073-D5A4-1D38-EBD8-476D2D0A8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9486E382-D3F3-4F23-CB09-5C07EB8EBF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43D37D19-77B0-867F-DE42-7842D5E722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938144-A56B-D2F3-E4A8-A7DB96F252D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E5A05B-E6FD-4005-A196-E26D4F772CA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/>
          <a:p>
            <a:fld id="{4F9AC08D-23A9-440E-BCB9-AA1E9877CC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977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xsXH2nTGaZTD1JOeE0H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06HwIOJnk26P64f5Vqk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XM1k67qX_yMAUXH78Jj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WGOBoQoW13YeiLs7bUd0w"/>
</p:tagLst>
</file>

<file path=ppt/theme/theme1.xml><?xml version="1.0" encoding="utf-8"?>
<a:theme xmlns:a="http://schemas.openxmlformats.org/drawingml/2006/main" name="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Consulting_Template_Arial_v2" id="{95346386-B880-4208-BAD1-EB43BCF64565}" vid="{7E65B8FE-C4E5-42F9-8297-86D31EF7638A}"/>
    </a:ext>
  </a:extLst>
</a:theme>
</file>

<file path=ppt/theme/theme2.xml><?xml version="1.0" encoding="utf-8"?>
<a:theme xmlns:a="http://schemas.openxmlformats.org/drawingml/2006/main" name="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8D3299D1-8BAA-5240-AA1A-131518F9840A}" vid="{B3CBAD8C-92CA-2C40-85B9-DAF4FF07A486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2ACED322377B44A38511748A5A0007" ma:contentTypeVersion="18" ma:contentTypeDescription="Create a new document." ma:contentTypeScope="" ma:versionID="0dc74e422f9a18a141e5fec2a7862abc">
  <xsd:schema xmlns:xsd="http://www.w3.org/2001/XMLSchema" xmlns:xs="http://www.w3.org/2001/XMLSchema" xmlns:p="http://schemas.microsoft.com/office/2006/metadata/properties" xmlns:ns2="5098c134-aebc-44f3-a434-bdc4e13b0a10" xmlns:ns3="e44a7058-7a93-43b8-8ee5-031e0dcc4004" targetNamespace="http://schemas.microsoft.com/office/2006/metadata/properties" ma:root="true" ma:fieldsID="83351f67241f10a4e51a7104a61567cd" ns2:_="" ns3:_="">
    <xsd:import namespace="5098c134-aebc-44f3-a434-bdc4e13b0a10"/>
    <xsd:import namespace="e44a7058-7a93-43b8-8ee5-031e0dcc40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98c134-aebc-44f3-a434-bdc4e13b0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a7058-7a93-43b8-8ee5-031e0dcc400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ec62402-844e-483e-98fe-ed5acaafcc09}" ma:internalName="TaxCatchAll" ma:showField="CatchAllData" ma:web="e44a7058-7a93-43b8-8ee5-031e0dcc40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98c134-aebc-44f3-a434-bdc4e13b0a10">
      <Terms xmlns="http://schemas.microsoft.com/office/infopath/2007/PartnerControls"/>
    </lcf76f155ced4ddcb4097134ff3c332f>
    <TaxCatchAll xmlns="e44a7058-7a93-43b8-8ee5-031e0dcc4004" xsi:nil="true"/>
    <SharedWithUsers xmlns="e44a7058-7a93-43b8-8ee5-031e0dcc4004">
      <UserInfo>
        <DisplayName>Gupta, Amit Ao.</DisplayName>
        <AccountId>131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41BC3D-A924-41F0-8BB2-1E558987CA6D}">
  <ds:schemaRefs>
    <ds:schemaRef ds:uri="5098c134-aebc-44f3-a434-bdc4e13b0a10"/>
    <ds:schemaRef ds:uri="e44a7058-7a93-43b8-8ee5-031e0dcc40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54544C4-0F0C-407F-88FA-7C5781BD8BC8}">
  <ds:schemaRefs>
    <ds:schemaRef ds:uri="5098c134-aebc-44f3-a434-bdc4e13b0a10"/>
    <ds:schemaRef ds:uri="e44a7058-7a93-43b8-8ee5-031e0dcc40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DA9E797-7F65-4D90-AF4D-99AA0FA79DA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31</Words>
  <Application>Microsoft Office PowerPoint</Application>
  <PresentationFormat>ワイド画面</PresentationFormat>
  <Paragraphs>7</Paragraphs>
  <Slides>4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2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4</vt:i4>
      </vt:variant>
    </vt:vector>
  </HeadingPairs>
  <TitlesOfParts>
    <vt:vector size="18" baseType="lpstr">
      <vt:lpstr>GT Sectra Fine Rg</vt:lpstr>
      <vt:lpstr>Meiryo UI</vt:lpstr>
      <vt:lpstr>System Font</vt:lpstr>
      <vt:lpstr>游ゴシック</vt:lpstr>
      <vt:lpstr>Arial</vt:lpstr>
      <vt:lpstr>Calibri</vt:lpstr>
      <vt:lpstr>Graphik</vt:lpstr>
      <vt:lpstr>Graphik Black</vt:lpstr>
      <vt:lpstr>Graphik Regular</vt:lpstr>
      <vt:lpstr>Graphik Semibold</vt:lpstr>
      <vt:lpstr>Content Layouts</vt:lpstr>
      <vt:lpstr>Accenture 2025</vt:lpstr>
      <vt:lpstr>think-cell スライド</vt:lpstr>
      <vt:lpstr>think-cell Slide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Yamazaki, Satoshi</dc:creator>
  <cp:lastModifiedBy>Doai, Kyohei</cp:lastModifiedBy>
  <cp:revision>9</cp:revision>
  <dcterms:created xsi:type="dcterms:W3CDTF">2022-08-19T07:32:27Z</dcterms:created>
  <dcterms:modified xsi:type="dcterms:W3CDTF">2026-03-12T06:22:05Z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0x010100892ACED322377B44A38511748A5A0007</vt:lpwstr>
  </property>
  <property fmtid="{D5CDD505-2E9C-101B-9397-08002B2CF9AE}" pid="3" name="MediaServiceImageTags">
    <vt:lpwstr/>
  </property>
</Properties>
</file>