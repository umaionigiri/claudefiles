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9" r:id="rId6"/>
    <p:sldId id="257" r:id="rId7"/>
    <p:sldId id="258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42C7F97F-028C-4A35-8D9B-BE7567B3F36E}">
          <p14:sldIdLst>
            <p14:sldId id="256"/>
            <p14:sldId id="259"/>
            <p14:sldId id="257"/>
            <p14:sldId id="258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2" autoAdjust="0"/>
  </p:normalViewPr>
  <p:slideViewPr>
    <p:cSldViewPr snapToGrid="0">
      <p:cViewPr>
        <p:scale>
          <a:sx n="75" d="100"/>
          <a:sy n="75" d="100"/>
        </p:scale>
        <p:origin x="930" y="8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EF929B6A-DAAB-DB46-D3D3-FCE2A9F4B3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376BA1E-FE1D-1802-B14E-761B952BAE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6D808-B860-401D-AF7C-322414C0CC7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A1B3D07-5D3E-48E7-5750-E905AF8B7E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38D182B-A9C0-9337-1019-09033B2C96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83581-1F0E-44D3-AA15-F0F142C6A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9153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109931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17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6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49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53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88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50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66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152242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8012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675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4284151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75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049490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40335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1523013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72228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7114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421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68854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2501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01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4154353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256942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770208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105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038927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28703" y="6429853"/>
            <a:ext cx="240129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45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66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758298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59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403762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08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589513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81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 dirty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703649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8289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1482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88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0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463886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6439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115340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9335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9041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846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695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28296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38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726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4755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4804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2005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94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02418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319078A6-AB11-444F-7FF2-D9D7873B763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276999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+mj-lt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3C44B6F-D731-DA66-D96E-981D33CC12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50552"/>
            <a:ext cx="11376000" cy="215444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+mj-lt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946352D-9146-0292-2C6F-2444327EE6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+mj-lt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294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6972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3172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  <p:sldLayoutId id="2147483742" r:id="rId47"/>
    <p:sldLayoutId id="2147483743" r:id="rId48"/>
    <p:sldLayoutId id="2147483744" r:id="rId49"/>
    <p:sldLayoutId id="2147483745" r:id="rId50"/>
    <p:sldLayoutId id="2147483746" r:id="rId51"/>
    <p:sldLayoutId id="2147483747" r:id="rId52"/>
    <p:sldLayoutId id="2147483748" r:id="rId53"/>
    <p:sldLayoutId id="2147483749" r:id="rId54"/>
    <p:sldLayoutId id="2147483750" r:id="rId55"/>
    <p:sldLayoutId id="2147483751" r:id="rId56"/>
    <p:sldLayoutId id="2147483752" r:id="rId57"/>
    <p:sldLayoutId id="2147483755" r:id="rId58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9C7067-6B44-5DE1-EE39-0B409E680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5FF580-8C6E-329B-2360-C451707E4F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EE06AC-F5F0-F0B9-6078-028CD292D4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B25B9B7-3F81-8873-E592-9D4641E98B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79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66D67BEA-75A0-1B5B-FCDA-19E6391D1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75561BC-0785-7B30-8C15-C853BA2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9BCDE30F-B74E-6A60-F320-D04339B6C0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724E9263-DFD0-D51E-12D6-FAE7B68653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9C6EFF82-F5A5-3991-F971-1525BFC1069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14FE6C19-9FF6-97A2-9F2A-A707994E38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0AF63AA6-D324-C5F0-38AC-AF3B9AC2A53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A88361E8-F95D-B135-EC93-0429F23297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E5F27EC8-F6FE-92D6-FF5D-4C36AF8CCC0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15B1D7B-0A89-6D21-91AE-86326BD9FF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0BD3EBD8-DE90-E8BA-9D0B-6E4A5AE9A47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F67DCF57-F4DE-85E7-AA90-177ADC55B33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DE895968-DE92-1965-9959-A067E208034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EA3ED61-1065-59FE-2A5D-DEC625167BB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69662D63-03F0-F457-ABB4-C5C8F7BDCCC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D1CBC924-EE8E-9063-42CA-346B2E7B116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テキスト プレースホルダー 22">
            <a:extLst>
              <a:ext uri="{FF2B5EF4-FFF2-40B4-BE49-F238E27FC236}">
                <a16:creationId xmlns:a16="http://schemas.microsoft.com/office/drawing/2014/main" id="{F20A201B-AFC4-3CE5-C276-FB8D7DE4B24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5F93770E-D3B3-63DE-5AF0-F0F8B3592E5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テキスト プレースホルダー 31">
            <a:extLst>
              <a:ext uri="{FF2B5EF4-FFF2-40B4-BE49-F238E27FC236}">
                <a16:creationId xmlns:a16="http://schemas.microsoft.com/office/drawing/2014/main" id="{4643C3E4-0A56-BEFA-13F8-6562D971FE5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11F277E9-FEBB-3F8B-F7F2-37406B28439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テキスト プレースホルダー 32">
            <a:extLst>
              <a:ext uri="{FF2B5EF4-FFF2-40B4-BE49-F238E27FC236}">
                <a16:creationId xmlns:a16="http://schemas.microsoft.com/office/drawing/2014/main" id="{55DCB26A-0B81-DFD9-42D1-E81A86DC561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テキスト プレースホルダー 24">
            <a:extLst>
              <a:ext uri="{FF2B5EF4-FFF2-40B4-BE49-F238E27FC236}">
                <a16:creationId xmlns:a16="http://schemas.microsoft.com/office/drawing/2014/main" id="{A2CEECD8-24E2-E3AB-C978-77AFC473F6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テキスト プレースホルダー 33">
            <a:extLst>
              <a:ext uri="{FF2B5EF4-FFF2-40B4-BE49-F238E27FC236}">
                <a16:creationId xmlns:a16="http://schemas.microsoft.com/office/drawing/2014/main" id="{EB4C076C-425B-48BF-7B76-EB28FD41594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51029F13-D512-3D46-4D20-D049B7EA229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テキスト プレースホルダー 34">
            <a:extLst>
              <a:ext uri="{FF2B5EF4-FFF2-40B4-BE49-F238E27FC236}">
                <a16:creationId xmlns:a16="http://schemas.microsoft.com/office/drawing/2014/main" id="{EF59181B-E17A-26A8-B958-F8E5D8810CE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03C9A9A3-8B4A-CC3A-B467-CD1E0FC88A6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テキスト プレースホルダー 35">
            <a:extLst>
              <a:ext uri="{FF2B5EF4-FFF2-40B4-BE49-F238E27FC236}">
                <a16:creationId xmlns:a16="http://schemas.microsoft.com/office/drawing/2014/main" id="{858F9B24-2A16-7915-5E2C-6CB8C2F737C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テキスト プレースホルダー 27">
            <a:extLst>
              <a:ext uri="{FF2B5EF4-FFF2-40B4-BE49-F238E27FC236}">
                <a16:creationId xmlns:a16="http://schemas.microsoft.com/office/drawing/2014/main" id="{84906EBA-B7DC-684E-AD32-F30AB4C73D2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テキスト プレースホルダー 36">
            <a:extLst>
              <a:ext uri="{FF2B5EF4-FFF2-40B4-BE49-F238E27FC236}">
                <a16:creationId xmlns:a16="http://schemas.microsoft.com/office/drawing/2014/main" id="{A07E4EFE-5D34-5FFA-223F-208A1A58AFA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テキスト プレースホルダー 28">
            <a:extLst>
              <a:ext uri="{FF2B5EF4-FFF2-40B4-BE49-F238E27FC236}">
                <a16:creationId xmlns:a16="http://schemas.microsoft.com/office/drawing/2014/main" id="{25756FD8-5D96-172D-CF6A-7C797920F49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テキスト プレースホルダー 37">
            <a:extLst>
              <a:ext uri="{FF2B5EF4-FFF2-40B4-BE49-F238E27FC236}">
                <a16:creationId xmlns:a16="http://schemas.microsoft.com/office/drawing/2014/main" id="{E2FE0B30-0E42-2C9F-E8CE-6B22344DE68D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テキスト プレースホルダー 29">
            <a:extLst>
              <a:ext uri="{FF2B5EF4-FFF2-40B4-BE49-F238E27FC236}">
                <a16:creationId xmlns:a16="http://schemas.microsoft.com/office/drawing/2014/main" id="{CD542C18-5F07-4EC4-BBF0-CA12C4EF5EF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テキスト プレースホルダー 38">
            <a:extLst>
              <a:ext uri="{FF2B5EF4-FFF2-40B4-BE49-F238E27FC236}">
                <a16:creationId xmlns:a16="http://schemas.microsoft.com/office/drawing/2014/main" id="{D80CAE89-3F00-48BA-7892-FD42FFE6732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60E3494E-4DA7-ACB7-897D-4FE8D524B20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38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2EC81D2C-A133-65BB-4A66-70A9B305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8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CB629BE-328D-2A75-E442-F48472A3F54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59F3B4-7FB1-2937-570D-A5685BC1EED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BF42C74-472A-DDE6-FB4D-9512ABB5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7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1D4C3B0-408E-E905-40FF-801F09BA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27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8BFA3A7-64E4-634F-2ECE-C9712830AE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B34070-313A-BA13-2CA8-6898E480C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F9C8500-0A3D-AB93-22D6-7E263CD3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8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640EA0DA-9FE9-7C24-439F-7BFF9A3F9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2267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8D3299D1-8BAA-5240-AA1A-131518F9840A}" vid="{B3CBAD8C-92CA-2C40-85B9-DAF4FF07A48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ワイド画面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6" baseType="lpstr">
      <vt:lpstr>GT Sectra Fine Rg</vt:lpstr>
      <vt:lpstr>System Font</vt:lpstr>
      <vt:lpstr>游ゴシック</vt:lpstr>
      <vt:lpstr>Aptos</vt:lpstr>
      <vt:lpstr>Arial</vt:lpstr>
      <vt:lpstr>Graphik</vt:lpstr>
      <vt:lpstr>Graphik Regular</vt:lpstr>
      <vt:lpstr>Graphik Semibold</vt:lpstr>
      <vt:lpstr>Accenture 2025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Doai, Kyohei</cp:lastModifiedBy>
  <cp:revision>12</cp:revision>
  <dcterms:created xsi:type="dcterms:W3CDTF">2022-08-19T07:32:27Z</dcterms:created>
  <dcterms:modified xsi:type="dcterms:W3CDTF">2026-03-17T01:29:05Z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